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4" r:id="rId1"/>
  </p:sldMasterIdLst>
  <p:notesMasterIdLst>
    <p:notesMasterId r:id="rId9"/>
  </p:notesMasterIdLst>
  <p:sldIdLst>
    <p:sldId id="256" r:id="rId2"/>
    <p:sldId id="257" r:id="rId3"/>
    <p:sldId id="258" r:id="rId4"/>
    <p:sldId id="259" r:id="rId5"/>
    <p:sldId id="260" r:id="rId6"/>
    <p:sldId id="272" r:id="rId7"/>
    <p:sldId id="273" r:id="rId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3E370B7-D2C4-4ACD-92DD-FAA49356157E}">
  <a:tblStyle styleId="{83E370B7-D2C4-4ACD-92DD-FAA49356157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60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8b385fd2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8b385fd2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8b385fd27f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8b385fd27f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ea62566b4f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ea62566b4f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8b385fd27f_2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8b385fd27f_2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ga1242414e1_0_2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2" name="Google Shape;732;ga1242414e1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rot="-5400000">
            <a:off x="1039367" y="2377550"/>
            <a:ext cx="1726630" cy="3805317"/>
          </a:xfrm>
          <a:custGeom>
            <a:avLst/>
            <a:gdLst/>
            <a:ahLst/>
            <a:cxnLst/>
            <a:rect l="l" t="t" r="r" b="b"/>
            <a:pathLst>
              <a:path w="5973" h="13164" extrusionOk="0">
                <a:moveTo>
                  <a:pt x="0" y="0"/>
                </a:moveTo>
                <a:lnTo>
                  <a:pt x="0" y="12871"/>
                </a:lnTo>
                <a:cubicBezTo>
                  <a:pt x="39" y="12883"/>
                  <a:pt x="80" y="12883"/>
                  <a:pt x="118" y="12899"/>
                </a:cubicBezTo>
                <a:cubicBezTo>
                  <a:pt x="504" y="12963"/>
                  <a:pt x="889" y="13164"/>
                  <a:pt x="1287" y="13164"/>
                </a:cubicBezTo>
                <a:cubicBezTo>
                  <a:pt x="1367" y="13164"/>
                  <a:pt x="1446" y="13151"/>
                  <a:pt x="1526" y="13138"/>
                </a:cubicBezTo>
                <a:cubicBezTo>
                  <a:pt x="1950" y="13030"/>
                  <a:pt x="2281" y="12699"/>
                  <a:pt x="2389" y="12288"/>
                </a:cubicBezTo>
                <a:cubicBezTo>
                  <a:pt x="2520" y="11836"/>
                  <a:pt x="2415" y="11412"/>
                  <a:pt x="2214" y="11014"/>
                </a:cubicBezTo>
                <a:cubicBezTo>
                  <a:pt x="2029" y="10654"/>
                  <a:pt x="1803" y="10323"/>
                  <a:pt x="1752" y="9912"/>
                </a:cubicBezTo>
                <a:cubicBezTo>
                  <a:pt x="1644" y="9141"/>
                  <a:pt x="2176" y="8479"/>
                  <a:pt x="2787" y="8068"/>
                </a:cubicBezTo>
                <a:cubicBezTo>
                  <a:pt x="3475" y="7603"/>
                  <a:pt x="4338" y="7418"/>
                  <a:pt x="4975" y="6861"/>
                </a:cubicBezTo>
                <a:cubicBezTo>
                  <a:pt x="5558" y="6341"/>
                  <a:pt x="5918" y="5587"/>
                  <a:pt x="5944" y="4803"/>
                </a:cubicBezTo>
                <a:cubicBezTo>
                  <a:pt x="5972" y="4007"/>
                  <a:pt x="5654" y="3211"/>
                  <a:pt x="5096" y="2628"/>
                </a:cubicBezTo>
                <a:cubicBezTo>
                  <a:pt x="4523" y="2029"/>
                  <a:pt x="3727" y="1723"/>
                  <a:pt x="2947" y="1472"/>
                </a:cubicBezTo>
                <a:cubicBezTo>
                  <a:pt x="1924" y="1140"/>
                  <a:pt x="755" y="780"/>
                  <a:pt x="0" y="0"/>
                </a:cubicBezTo>
                <a:close/>
              </a:path>
            </a:pathLst>
          </a:custGeom>
          <a:gradFill>
            <a:gsLst>
              <a:gs pos="0">
                <a:schemeClr val="dk2"/>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rot="10800000">
            <a:off x="0" y="7280"/>
            <a:ext cx="6382063" cy="1233283"/>
          </a:xfrm>
          <a:custGeom>
            <a:avLst/>
            <a:gdLst/>
            <a:ahLst/>
            <a:cxnLst/>
            <a:rect l="l" t="t" r="r" b="b"/>
            <a:pathLst>
              <a:path w="35115" h="8747" extrusionOk="0">
                <a:moveTo>
                  <a:pt x="14823" y="1"/>
                </a:moveTo>
                <a:cubicBezTo>
                  <a:pt x="13323" y="1"/>
                  <a:pt x="11864" y="491"/>
                  <a:pt x="10721" y="1752"/>
                </a:cubicBezTo>
                <a:cubicBezTo>
                  <a:pt x="10297" y="2230"/>
                  <a:pt x="9953" y="2775"/>
                  <a:pt x="9660" y="3345"/>
                </a:cubicBezTo>
                <a:cubicBezTo>
                  <a:pt x="8998" y="4565"/>
                  <a:pt x="8571" y="5880"/>
                  <a:pt x="7112" y="6371"/>
                </a:cubicBezTo>
                <a:cubicBezTo>
                  <a:pt x="6647" y="6517"/>
                  <a:pt x="6169" y="6568"/>
                  <a:pt x="5692" y="6568"/>
                </a:cubicBezTo>
                <a:cubicBezTo>
                  <a:pt x="5322" y="6568"/>
                  <a:pt x="4962" y="6543"/>
                  <a:pt x="4606" y="6517"/>
                </a:cubicBezTo>
                <a:cubicBezTo>
                  <a:pt x="4179" y="6476"/>
                  <a:pt x="3730" y="6437"/>
                  <a:pt x="3277" y="6437"/>
                </a:cubicBezTo>
                <a:cubicBezTo>
                  <a:pt x="2640" y="6437"/>
                  <a:pt x="2016" y="6517"/>
                  <a:pt x="1472" y="6756"/>
                </a:cubicBezTo>
                <a:cubicBezTo>
                  <a:pt x="663" y="7125"/>
                  <a:pt x="38" y="7896"/>
                  <a:pt x="0" y="8747"/>
                </a:cubicBezTo>
                <a:lnTo>
                  <a:pt x="35115" y="8747"/>
                </a:lnTo>
                <a:lnTo>
                  <a:pt x="35115" y="5214"/>
                </a:lnTo>
                <a:cubicBezTo>
                  <a:pt x="35115" y="5348"/>
                  <a:pt x="33283" y="5613"/>
                  <a:pt x="33095" y="5628"/>
                </a:cubicBezTo>
                <a:cubicBezTo>
                  <a:pt x="32379" y="5734"/>
                  <a:pt x="31662" y="5788"/>
                  <a:pt x="30933" y="5788"/>
                </a:cubicBezTo>
                <a:lnTo>
                  <a:pt x="30894" y="5788"/>
                </a:lnTo>
                <a:cubicBezTo>
                  <a:pt x="29474" y="5788"/>
                  <a:pt x="28041" y="5600"/>
                  <a:pt x="26674" y="5214"/>
                </a:cubicBezTo>
                <a:cubicBezTo>
                  <a:pt x="24098" y="4498"/>
                  <a:pt x="22094" y="2854"/>
                  <a:pt x="19827" y="1513"/>
                </a:cubicBezTo>
                <a:cubicBezTo>
                  <a:pt x="18339" y="638"/>
                  <a:pt x="16549" y="1"/>
                  <a:pt x="14823" y="1"/>
                </a:cubicBezTo>
                <a:close/>
              </a:path>
            </a:pathLst>
          </a:custGeom>
          <a:solidFill>
            <a:srgbClr val="F7F7F7">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2761950" y="3910226"/>
            <a:ext cx="6382063" cy="1233283"/>
          </a:xfrm>
          <a:custGeom>
            <a:avLst/>
            <a:gdLst/>
            <a:ahLst/>
            <a:cxnLst/>
            <a:rect l="l" t="t" r="r" b="b"/>
            <a:pathLst>
              <a:path w="35115" h="8747" extrusionOk="0">
                <a:moveTo>
                  <a:pt x="14823" y="1"/>
                </a:moveTo>
                <a:cubicBezTo>
                  <a:pt x="13323" y="1"/>
                  <a:pt x="11864" y="491"/>
                  <a:pt x="10721" y="1752"/>
                </a:cubicBezTo>
                <a:cubicBezTo>
                  <a:pt x="10297" y="2230"/>
                  <a:pt x="9953" y="2775"/>
                  <a:pt x="9660" y="3345"/>
                </a:cubicBezTo>
                <a:cubicBezTo>
                  <a:pt x="8998" y="4565"/>
                  <a:pt x="8571" y="5880"/>
                  <a:pt x="7112" y="6371"/>
                </a:cubicBezTo>
                <a:cubicBezTo>
                  <a:pt x="6647" y="6517"/>
                  <a:pt x="6169" y="6568"/>
                  <a:pt x="5692" y="6568"/>
                </a:cubicBezTo>
                <a:cubicBezTo>
                  <a:pt x="5322" y="6568"/>
                  <a:pt x="4962" y="6543"/>
                  <a:pt x="4606" y="6517"/>
                </a:cubicBezTo>
                <a:cubicBezTo>
                  <a:pt x="4179" y="6476"/>
                  <a:pt x="3730" y="6437"/>
                  <a:pt x="3277" y="6437"/>
                </a:cubicBezTo>
                <a:cubicBezTo>
                  <a:pt x="2640" y="6437"/>
                  <a:pt x="2016" y="6517"/>
                  <a:pt x="1472" y="6756"/>
                </a:cubicBezTo>
                <a:cubicBezTo>
                  <a:pt x="663" y="7125"/>
                  <a:pt x="38" y="7896"/>
                  <a:pt x="0" y="8747"/>
                </a:cubicBezTo>
                <a:lnTo>
                  <a:pt x="35115" y="8747"/>
                </a:lnTo>
                <a:lnTo>
                  <a:pt x="35115" y="5214"/>
                </a:lnTo>
                <a:cubicBezTo>
                  <a:pt x="35115" y="5348"/>
                  <a:pt x="33283" y="5613"/>
                  <a:pt x="33095" y="5628"/>
                </a:cubicBezTo>
                <a:cubicBezTo>
                  <a:pt x="32379" y="5734"/>
                  <a:pt x="31662" y="5788"/>
                  <a:pt x="30933" y="5788"/>
                </a:cubicBezTo>
                <a:lnTo>
                  <a:pt x="30894" y="5788"/>
                </a:lnTo>
                <a:cubicBezTo>
                  <a:pt x="29474" y="5788"/>
                  <a:pt x="28041" y="5600"/>
                  <a:pt x="26674" y="5214"/>
                </a:cubicBezTo>
                <a:cubicBezTo>
                  <a:pt x="24098" y="4498"/>
                  <a:pt x="22094" y="2854"/>
                  <a:pt x="19827" y="1513"/>
                </a:cubicBezTo>
                <a:cubicBezTo>
                  <a:pt x="18339" y="638"/>
                  <a:pt x="16549" y="1"/>
                  <a:pt x="14823" y="1"/>
                </a:cubicBezTo>
                <a:close/>
              </a:path>
            </a:pathLst>
          </a:custGeom>
          <a:solidFill>
            <a:srgbClr val="F7F7F7">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5400000">
            <a:off x="6692075" y="-532907"/>
            <a:ext cx="1552244" cy="2618124"/>
          </a:xfrm>
          <a:custGeom>
            <a:avLst/>
            <a:gdLst/>
            <a:ahLst/>
            <a:cxnLst/>
            <a:rect l="l" t="t" r="r" b="b"/>
            <a:pathLst>
              <a:path w="12581" h="21220" extrusionOk="0">
                <a:moveTo>
                  <a:pt x="12581" y="0"/>
                </a:moveTo>
                <a:cubicBezTo>
                  <a:pt x="12275" y="519"/>
                  <a:pt x="11839" y="1035"/>
                  <a:pt x="11253" y="1567"/>
                </a:cubicBezTo>
                <a:cubicBezTo>
                  <a:pt x="9593" y="3080"/>
                  <a:pt x="8080" y="3453"/>
                  <a:pt x="6039" y="4274"/>
                </a:cubicBezTo>
                <a:cubicBezTo>
                  <a:pt x="4513" y="4899"/>
                  <a:pt x="1647" y="5800"/>
                  <a:pt x="1073" y="7418"/>
                </a:cubicBezTo>
                <a:cubicBezTo>
                  <a:pt x="0" y="10511"/>
                  <a:pt x="4179" y="11759"/>
                  <a:pt x="6265" y="14504"/>
                </a:cubicBezTo>
                <a:cubicBezTo>
                  <a:pt x="8335" y="17240"/>
                  <a:pt x="6529" y="19323"/>
                  <a:pt x="8998" y="20757"/>
                </a:cubicBezTo>
                <a:cubicBezTo>
                  <a:pt x="9565" y="21083"/>
                  <a:pt x="10172" y="21219"/>
                  <a:pt x="10784" y="21219"/>
                </a:cubicBezTo>
                <a:cubicBezTo>
                  <a:pt x="11390" y="21219"/>
                  <a:pt x="12000" y="21087"/>
                  <a:pt x="12581" y="20874"/>
                </a:cubicBezTo>
                <a:lnTo>
                  <a:pt x="12581" y="0"/>
                </a:lnTo>
                <a:close/>
              </a:path>
            </a:pathLst>
          </a:custGeom>
          <a:gradFill>
            <a:gsLst>
              <a:gs pos="0">
                <a:schemeClr val="dk2"/>
              </a:gs>
              <a:gs pos="100000">
                <a:schemeClr val="l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131248" y="3014648"/>
            <a:ext cx="2012809" cy="2128854"/>
          </a:xfrm>
          <a:custGeom>
            <a:avLst/>
            <a:gdLst/>
            <a:ahLst/>
            <a:cxnLst/>
            <a:rect l="l" t="t" r="r" b="b"/>
            <a:pathLst>
              <a:path w="14253" h="15075" extrusionOk="0">
                <a:moveTo>
                  <a:pt x="14253" y="0"/>
                </a:moveTo>
                <a:cubicBezTo>
                  <a:pt x="13377" y="1949"/>
                  <a:pt x="11839" y="2905"/>
                  <a:pt x="8386" y="3462"/>
                </a:cubicBezTo>
                <a:cubicBezTo>
                  <a:pt x="6278" y="3794"/>
                  <a:pt x="4208" y="3408"/>
                  <a:pt x="2720" y="5558"/>
                </a:cubicBezTo>
                <a:cubicBezTo>
                  <a:pt x="1647" y="7100"/>
                  <a:pt x="2004" y="8969"/>
                  <a:pt x="2217" y="10750"/>
                </a:cubicBezTo>
                <a:cubicBezTo>
                  <a:pt x="2469" y="12820"/>
                  <a:pt x="1287" y="14107"/>
                  <a:pt x="0" y="15075"/>
                </a:cubicBezTo>
                <a:lnTo>
                  <a:pt x="14253" y="15075"/>
                </a:lnTo>
                <a:lnTo>
                  <a:pt x="14253" y="0"/>
                </a:lnTo>
                <a:close/>
              </a:path>
            </a:pathLst>
          </a:custGeom>
          <a:gradFill>
            <a:gsLst>
              <a:gs pos="0">
                <a:schemeClr val="dk1"/>
              </a:gs>
              <a:gs pos="100000">
                <a:schemeClr val="l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txBox="1">
            <a:spLocks noGrp="1"/>
          </p:cNvSpPr>
          <p:nvPr>
            <p:ph type="ctrTitle"/>
          </p:nvPr>
        </p:nvSpPr>
        <p:spPr>
          <a:xfrm>
            <a:off x="3526738" y="1581497"/>
            <a:ext cx="4271100" cy="1465200"/>
          </a:xfrm>
          <a:prstGeom prst="rect">
            <a:avLst/>
          </a:prstGeom>
        </p:spPr>
        <p:txBody>
          <a:bodyPr spcFirstLastPara="1" wrap="square" lIns="91425" tIns="91425" rIns="91425" bIns="91425" anchor="t" anchorCtr="0">
            <a:noAutofit/>
          </a:bodyPr>
          <a:lstStyle>
            <a:lvl1pPr lvl="0" algn="l" rtl="0">
              <a:spcBef>
                <a:spcPts val="0"/>
              </a:spcBef>
              <a:spcAft>
                <a:spcPts val="0"/>
              </a:spcAft>
              <a:buSzPts val="4800"/>
              <a:buNone/>
              <a:defRPr sz="46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5" name="Google Shape;15;p2"/>
          <p:cNvSpPr txBox="1">
            <a:spLocks noGrp="1"/>
          </p:cNvSpPr>
          <p:nvPr>
            <p:ph type="subTitle" idx="1"/>
          </p:nvPr>
        </p:nvSpPr>
        <p:spPr>
          <a:xfrm>
            <a:off x="3526738" y="3046873"/>
            <a:ext cx="4271100" cy="54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3"/>
          <p:cNvSpPr/>
          <p:nvPr/>
        </p:nvSpPr>
        <p:spPr>
          <a:xfrm>
            <a:off x="3155789" y="3651834"/>
            <a:ext cx="5988249" cy="1491648"/>
          </a:xfrm>
          <a:custGeom>
            <a:avLst/>
            <a:gdLst/>
            <a:ahLst/>
            <a:cxnLst/>
            <a:rect l="l" t="t" r="r" b="b"/>
            <a:pathLst>
              <a:path w="35115" h="8747" extrusionOk="0">
                <a:moveTo>
                  <a:pt x="14823" y="1"/>
                </a:moveTo>
                <a:cubicBezTo>
                  <a:pt x="13323" y="1"/>
                  <a:pt x="11864" y="491"/>
                  <a:pt x="10721" y="1752"/>
                </a:cubicBezTo>
                <a:cubicBezTo>
                  <a:pt x="10297" y="2230"/>
                  <a:pt x="9953" y="2775"/>
                  <a:pt x="9660" y="3345"/>
                </a:cubicBezTo>
                <a:cubicBezTo>
                  <a:pt x="8998" y="4565"/>
                  <a:pt x="8571" y="5880"/>
                  <a:pt x="7112" y="6371"/>
                </a:cubicBezTo>
                <a:cubicBezTo>
                  <a:pt x="6647" y="6517"/>
                  <a:pt x="6169" y="6568"/>
                  <a:pt x="5692" y="6568"/>
                </a:cubicBezTo>
                <a:cubicBezTo>
                  <a:pt x="5322" y="6568"/>
                  <a:pt x="4962" y="6543"/>
                  <a:pt x="4606" y="6517"/>
                </a:cubicBezTo>
                <a:cubicBezTo>
                  <a:pt x="4179" y="6476"/>
                  <a:pt x="3730" y="6437"/>
                  <a:pt x="3277" y="6437"/>
                </a:cubicBezTo>
                <a:cubicBezTo>
                  <a:pt x="2640" y="6437"/>
                  <a:pt x="2016" y="6517"/>
                  <a:pt x="1472" y="6756"/>
                </a:cubicBezTo>
                <a:cubicBezTo>
                  <a:pt x="663" y="7125"/>
                  <a:pt x="38" y="7896"/>
                  <a:pt x="0" y="8747"/>
                </a:cubicBezTo>
                <a:lnTo>
                  <a:pt x="35115" y="8747"/>
                </a:lnTo>
                <a:lnTo>
                  <a:pt x="35115" y="5214"/>
                </a:lnTo>
                <a:cubicBezTo>
                  <a:pt x="35115" y="5348"/>
                  <a:pt x="33283" y="5613"/>
                  <a:pt x="33095" y="5628"/>
                </a:cubicBezTo>
                <a:cubicBezTo>
                  <a:pt x="32379" y="5734"/>
                  <a:pt x="31662" y="5788"/>
                  <a:pt x="30933" y="5788"/>
                </a:cubicBezTo>
                <a:lnTo>
                  <a:pt x="30894" y="5788"/>
                </a:lnTo>
                <a:cubicBezTo>
                  <a:pt x="29474" y="5788"/>
                  <a:pt x="28041" y="5600"/>
                  <a:pt x="26674" y="5214"/>
                </a:cubicBezTo>
                <a:cubicBezTo>
                  <a:pt x="24098" y="4498"/>
                  <a:pt x="22094" y="2854"/>
                  <a:pt x="19827" y="1513"/>
                </a:cubicBezTo>
                <a:cubicBezTo>
                  <a:pt x="18339" y="638"/>
                  <a:pt x="16549" y="1"/>
                  <a:pt x="14823" y="1"/>
                </a:cubicBezTo>
                <a:close/>
              </a:path>
            </a:pathLst>
          </a:custGeom>
          <a:gradFill>
            <a:gsLst>
              <a:gs pos="0">
                <a:schemeClr val="dk1"/>
              </a:gs>
              <a:gs pos="100000">
                <a:srgbClr val="FE3F75">
                  <a:alpha val="77647"/>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21" y="9"/>
            <a:ext cx="4522506" cy="1193992"/>
          </a:xfrm>
          <a:custGeom>
            <a:avLst/>
            <a:gdLst/>
            <a:ahLst/>
            <a:cxnLst/>
            <a:rect l="l" t="t" r="r" b="b"/>
            <a:pathLst>
              <a:path w="29316" h="7740" extrusionOk="0">
                <a:moveTo>
                  <a:pt x="1" y="1"/>
                </a:moveTo>
                <a:lnTo>
                  <a:pt x="1" y="5428"/>
                </a:lnTo>
                <a:cubicBezTo>
                  <a:pt x="755" y="6371"/>
                  <a:pt x="1740" y="7100"/>
                  <a:pt x="2905" y="7514"/>
                </a:cubicBezTo>
                <a:cubicBezTo>
                  <a:pt x="3357" y="7670"/>
                  <a:pt x="3816" y="7740"/>
                  <a:pt x="4272" y="7740"/>
                </a:cubicBezTo>
                <a:cubicBezTo>
                  <a:pt x="5559" y="7740"/>
                  <a:pt x="6829" y="7186"/>
                  <a:pt x="7896" y="6450"/>
                </a:cubicBezTo>
                <a:cubicBezTo>
                  <a:pt x="9422" y="5403"/>
                  <a:pt x="10750" y="3851"/>
                  <a:pt x="12581" y="3307"/>
                </a:cubicBezTo>
                <a:cubicBezTo>
                  <a:pt x="13107" y="3154"/>
                  <a:pt x="13609" y="3082"/>
                  <a:pt x="14093" y="3082"/>
                </a:cubicBezTo>
                <a:cubicBezTo>
                  <a:pt x="15372" y="3082"/>
                  <a:pt x="16528" y="3578"/>
                  <a:pt x="17665" y="4367"/>
                </a:cubicBezTo>
                <a:cubicBezTo>
                  <a:pt x="19216" y="5457"/>
                  <a:pt x="20611" y="6970"/>
                  <a:pt x="22573" y="7259"/>
                </a:cubicBezTo>
                <a:cubicBezTo>
                  <a:pt x="22894" y="7307"/>
                  <a:pt x="23214" y="7331"/>
                  <a:pt x="23532" y="7331"/>
                </a:cubicBezTo>
                <a:cubicBezTo>
                  <a:pt x="25342" y="7331"/>
                  <a:pt x="27045" y="6554"/>
                  <a:pt x="28028" y="4950"/>
                </a:cubicBezTo>
                <a:cubicBezTo>
                  <a:pt x="28678" y="3890"/>
                  <a:pt x="28943" y="2641"/>
                  <a:pt x="29156" y="1421"/>
                </a:cubicBezTo>
                <a:cubicBezTo>
                  <a:pt x="29248" y="944"/>
                  <a:pt x="29302" y="466"/>
                  <a:pt x="29315" y="1"/>
                </a:cubicBezTo>
                <a:close/>
              </a:path>
            </a:pathLst>
          </a:custGeom>
          <a:gradFill>
            <a:gsLst>
              <a:gs pos="0">
                <a:schemeClr val="dk1"/>
              </a:gs>
              <a:gs pos="100000">
                <a:srgbClr val="FE3F75">
                  <a:alpha val="77647"/>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rot="-5400000" flipH="1">
            <a:off x="6935239" y="-39701"/>
            <a:ext cx="2169126" cy="2248541"/>
          </a:xfrm>
          <a:custGeom>
            <a:avLst/>
            <a:gdLst/>
            <a:ahLst/>
            <a:cxnLst/>
            <a:rect l="l" t="t" r="r" b="b"/>
            <a:pathLst>
              <a:path w="13417" h="13908" extrusionOk="0">
                <a:moveTo>
                  <a:pt x="498" y="1"/>
                </a:moveTo>
                <a:cubicBezTo>
                  <a:pt x="333" y="1"/>
                  <a:pt x="167" y="10"/>
                  <a:pt x="1" y="25"/>
                </a:cubicBezTo>
                <a:lnTo>
                  <a:pt x="1" y="13908"/>
                </a:lnTo>
                <a:lnTo>
                  <a:pt x="12024" y="13908"/>
                </a:lnTo>
                <a:cubicBezTo>
                  <a:pt x="12343" y="13271"/>
                  <a:pt x="13416" y="11280"/>
                  <a:pt x="12368" y="9911"/>
                </a:cubicBezTo>
                <a:cubicBezTo>
                  <a:pt x="11467" y="8732"/>
                  <a:pt x="9753" y="8796"/>
                  <a:pt x="7470" y="8347"/>
                </a:cubicBezTo>
                <a:cubicBezTo>
                  <a:pt x="6116" y="8079"/>
                  <a:pt x="4896" y="7124"/>
                  <a:pt x="4234" y="5917"/>
                </a:cubicBezTo>
                <a:cubicBezTo>
                  <a:pt x="3836" y="5175"/>
                  <a:pt x="3689" y="4324"/>
                  <a:pt x="3609" y="3490"/>
                </a:cubicBezTo>
                <a:cubicBezTo>
                  <a:pt x="3530" y="2786"/>
                  <a:pt x="3504" y="2028"/>
                  <a:pt x="3157" y="1407"/>
                </a:cubicBezTo>
                <a:cubicBezTo>
                  <a:pt x="2772" y="703"/>
                  <a:pt x="2030" y="238"/>
                  <a:pt x="1259" y="79"/>
                </a:cubicBezTo>
                <a:cubicBezTo>
                  <a:pt x="1009" y="23"/>
                  <a:pt x="754" y="1"/>
                  <a:pt x="498"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1965695" y="1966126"/>
            <a:ext cx="5084842" cy="1153506"/>
          </a:xfrm>
          <a:custGeom>
            <a:avLst/>
            <a:gdLst/>
            <a:ahLst/>
            <a:cxnLst/>
            <a:rect l="l" t="t" r="r" b="b"/>
            <a:pathLst>
              <a:path w="31226" h="7128" extrusionOk="0">
                <a:moveTo>
                  <a:pt x="0" y="1"/>
                </a:moveTo>
                <a:cubicBezTo>
                  <a:pt x="1501" y="663"/>
                  <a:pt x="2443" y="1953"/>
                  <a:pt x="3399" y="3227"/>
                </a:cubicBezTo>
                <a:cubicBezTo>
                  <a:pt x="4958" y="5282"/>
                  <a:pt x="7628" y="7127"/>
                  <a:pt x="10257" y="7127"/>
                </a:cubicBezTo>
                <a:cubicBezTo>
                  <a:pt x="10802" y="7127"/>
                  <a:pt x="11346" y="7048"/>
                  <a:pt x="11877" y="6874"/>
                </a:cubicBezTo>
                <a:cubicBezTo>
                  <a:pt x="15686" y="5642"/>
                  <a:pt x="15607" y="3466"/>
                  <a:pt x="19270" y="2813"/>
                </a:cubicBezTo>
                <a:cubicBezTo>
                  <a:pt x="19627" y="2751"/>
                  <a:pt x="19982" y="2724"/>
                  <a:pt x="20336" y="2724"/>
                </a:cubicBezTo>
                <a:cubicBezTo>
                  <a:pt x="22662" y="2724"/>
                  <a:pt x="24932" y="3888"/>
                  <a:pt x="27347" y="3888"/>
                </a:cubicBezTo>
                <a:cubicBezTo>
                  <a:pt x="27691" y="3888"/>
                  <a:pt x="28038" y="3864"/>
                  <a:pt x="28388" y="3810"/>
                </a:cubicBezTo>
                <a:cubicBezTo>
                  <a:pt x="30245" y="3517"/>
                  <a:pt x="31159" y="1899"/>
                  <a:pt x="31226"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txBox="1">
            <a:spLocks noGrp="1"/>
          </p:cNvSpPr>
          <p:nvPr>
            <p:ph type="title"/>
          </p:nvPr>
        </p:nvSpPr>
        <p:spPr>
          <a:xfrm>
            <a:off x="1412650" y="2359925"/>
            <a:ext cx="2808000" cy="5610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2" name="Google Shape;22;p3"/>
          <p:cNvSpPr txBox="1">
            <a:spLocks noGrp="1"/>
          </p:cNvSpPr>
          <p:nvPr>
            <p:ph type="body" idx="1"/>
          </p:nvPr>
        </p:nvSpPr>
        <p:spPr>
          <a:xfrm>
            <a:off x="1412650" y="2920925"/>
            <a:ext cx="2808000" cy="6192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3" name="Google Shape;23;p3"/>
          <p:cNvSpPr txBox="1">
            <a:spLocks noGrp="1"/>
          </p:cNvSpPr>
          <p:nvPr>
            <p:ph type="title" idx="2" hasCustomPrompt="1"/>
          </p:nvPr>
        </p:nvSpPr>
        <p:spPr>
          <a:xfrm>
            <a:off x="1412650" y="1640225"/>
            <a:ext cx="2808000" cy="719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4800"/>
              <a:buNone/>
              <a:defRPr sz="48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
        <p:cNvGrpSpPr/>
        <p:nvPr/>
      </p:nvGrpSpPr>
      <p:grpSpPr>
        <a:xfrm>
          <a:off x="0" y="0"/>
          <a:ext cx="0" cy="0"/>
          <a:chOff x="0" y="0"/>
          <a:chExt cx="0" cy="0"/>
        </a:xfrm>
      </p:grpSpPr>
      <p:sp>
        <p:nvSpPr>
          <p:cNvPr id="25" name="Google Shape;25;p4"/>
          <p:cNvSpPr/>
          <p:nvPr/>
        </p:nvSpPr>
        <p:spPr>
          <a:xfrm rot="10800000">
            <a:off x="5520794" y="4316419"/>
            <a:ext cx="3623231" cy="827080"/>
          </a:xfrm>
          <a:custGeom>
            <a:avLst/>
            <a:gdLst/>
            <a:ahLst/>
            <a:cxnLst/>
            <a:rect l="l" t="t" r="r" b="b"/>
            <a:pathLst>
              <a:path w="31226" h="7128" extrusionOk="0">
                <a:moveTo>
                  <a:pt x="0" y="1"/>
                </a:moveTo>
                <a:cubicBezTo>
                  <a:pt x="1501" y="663"/>
                  <a:pt x="2443" y="1953"/>
                  <a:pt x="3399" y="3227"/>
                </a:cubicBezTo>
                <a:cubicBezTo>
                  <a:pt x="4958" y="5282"/>
                  <a:pt x="7628" y="7127"/>
                  <a:pt x="10257" y="7127"/>
                </a:cubicBezTo>
                <a:cubicBezTo>
                  <a:pt x="10802" y="7127"/>
                  <a:pt x="11346" y="7048"/>
                  <a:pt x="11877" y="6874"/>
                </a:cubicBezTo>
                <a:cubicBezTo>
                  <a:pt x="15686" y="5642"/>
                  <a:pt x="15607" y="3466"/>
                  <a:pt x="19270" y="2813"/>
                </a:cubicBezTo>
                <a:cubicBezTo>
                  <a:pt x="19627" y="2751"/>
                  <a:pt x="19982" y="2724"/>
                  <a:pt x="20336" y="2724"/>
                </a:cubicBezTo>
                <a:cubicBezTo>
                  <a:pt x="22662" y="2724"/>
                  <a:pt x="24932" y="3888"/>
                  <a:pt x="27347" y="3888"/>
                </a:cubicBezTo>
                <a:cubicBezTo>
                  <a:pt x="27691" y="3888"/>
                  <a:pt x="28038" y="3864"/>
                  <a:pt x="28388" y="3810"/>
                </a:cubicBezTo>
                <a:cubicBezTo>
                  <a:pt x="30245" y="3517"/>
                  <a:pt x="31159" y="1899"/>
                  <a:pt x="31226" y="1"/>
                </a:cubicBezTo>
                <a:close/>
              </a:path>
            </a:pathLst>
          </a:custGeom>
          <a:gradFill>
            <a:gsLst>
              <a:gs pos="0">
                <a:schemeClr val="dk1"/>
              </a:gs>
              <a:gs pos="100000">
                <a:schemeClr val="l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4"/>
          <p:cNvSpPr/>
          <p:nvPr/>
        </p:nvSpPr>
        <p:spPr>
          <a:xfrm rot="10800000">
            <a:off x="13" y="-3"/>
            <a:ext cx="1176731" cy="1059177"/>
          </a:xfrm>
          <a:custGeom>
            <a:avLst/>
            <a:gdLst/>
            <a:ahLst/>
            <a:cxnLst/>
            <a:rect l="l" t="t" r="r" b="b"/>
            <a:pathLst>
              <a:path w="9820" h="8839" extrusionOk="0">
                <a:moveTo>
                  <a:pt x="9820" y="0"/>
                </a:moveTo>
                <a:cubicBezTo>
                  <a:pt x="9422" y="278"/>
                  <a:pt x="8877" y="437"/>
                  <a:pt x="8135" y="453"/>
                </a:cubicBezTo>
                <a:cubicBezTo>
                  <a:pt x="8126" y="453"/>
                  <a:pt x="8118" y="453"/>
                  <a:pt x="8109" y="453"/>
                </a:cubicBezTo>
                <a:cubicBezTo>
                  <a:pt x="7356" y="453"/>
                  <a:pt x="5850" y="165"/>
                  <a:pt x="4408" y="165"/>
                </a:cubicBezTo>
                <a:cubicBezTo>
                  <a:pt x="3107" y="165"/>
                  <a:pt x="1859" y="399"/>
                  <a:pt x="1259" y="1287"/>
                </a:cubicBezTo>
                <a:cubicBezTo>
                  <a:pt x="0" y="3185"/>
                  <a:pt x="1673" y="6702"/>
                  <a:pt x="809" y="8030"/>
                </a:cubicBezTo>
                <a:cubicBezTo>
                  <a:pt x="609" y="8348"/>
                  <a:pt x="370" y="8613"/>
                  <a:pt x="131" y="8839"/>
                </a:cubicBezTo>
                <a:lnTo>
                  <a:pt x="9820" y="8839"/>
                </a:lnTo>
                <a:lnTo>
                  <a:pt x="9820" y="0"/>
                </a:lnTo>
                <a:close/>
              </a:path>
            </a:pathLst>
          </a:custGeom>
          <a:gradFill>
            <a:gsLst>
              <a:gs pos="0">
                <a:schemeClr val="dk1"/>
              </a:gs>
              <a:gs pos="100000">
                <a:schemeClr val="l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8" name="Google Shape;28;p4"/>
          <p:cNvSpPr txBox="1">
            <a:spLocks noGrp="1"/>
          </p:cNvSpPr>
          <p:nvPr>
            <p:ph type="body" idx="1"/>
          </p:nvPr>
        </p:nvSpPr>
        <p:spPr>
          <a:xfrm>
            <a:off x="720000" y="1152475"/>
            <a:ext cx="7704000" cy="34509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rgbClr val="434343"/>
              </a:buClr>
              <a:buSzPts val="1200"/>
              <a:buFont typeface="Open Sans"/>
              <a:buChar char="●"/>
              <a:defRPr sz="1200">
                <a:latin typeface="Open Sans"/>
                <a:ea typeface="Open Sans"/>
                <a:cs typeface="Open Sans"/>
                <a:sym typeface="Open Sans"/>
              </a:defRPr>
            </a:lvl1pPr>
            <a:lvl2pPr marL="914400" lvl="1" indent="-304800" rtl="0">
              <a:lnSpc>
                <a:spcPct val="100000"/>
              </a:lnSpc>
              <a:spcBef>
                <a:spcPts val="0"/>
              </a:spcBef>
              <a:spcAft>
                <a:spcPts val="0"/>
              </a:spcAft>
              <a:buClr>
                <a:srgbClr val="434343"/>
              </a:buClr>
              <a:buSzPts val="1200"/>
              <a:buFont typeface="Roboto Condensed Light"/>
              <a:buChar char="○"/>
              <a:defRPr/>
            </a:lvl2pPr>
            <a:lvl3pPr marL="1371600" lvl="2" indent="-304800" rtl="0">
              <a:lnSpc>
                <a:spcPct val="100000"/>
              </a:lnSpc>
              <a:spcBef>
                <a:spcPts val="0"/>
              </a:spcBef>
              <a:spcAft>
                <a:spcPts val="0"/>
              </a:spcAft>
              <a:buClr>
                <a:srgbClr val="434343"/>
              </a:buClr>
              <a:buSzPts val="1200"/>
              <a:buFont typeface="Roboto Condensed Light"/>
              <a:buChar char="■"/>
              <a:defRPr/>
            </a:lvl3pPr>
            <a:lvl4pPr marL="1828800" lvl="3" indent="-304800" rtl="0">
              <a:lnSpc>
                <a:spcPct val="100000"/>
              </a:lnSpc>
              <a:spcBef>
                <a:spcPts val="0"/>
              </a:spcBef>
              <a:spcAft>
                <a:spcPts val="0"/>
              </a:spcAft>
              <a:buClr>
                <a:srgbClr val="434343"/>
              </a:buClr>
              <a:buSzPts val="1200"/>
              <a:buFont typeface="Roboto Condensed Light"/>
              <a:buChar char="●"/>
              <a:defRPr/>
            </a:lvl4pPr>
            <a:lvl5pPr marL="2286000" lvl="4" indent="-304800" rtl="0">
              <a:lnSpc>
                <a:spcPct val="100000"/>
              </a:lnSpc>
              <a:spcBef>
                <a:spcPts val="0"/>
              </a:spcBef>
              <a:spcAft>
                <a:spcPts val="0"/>
              </a:spcAft>
              <a:buClr>
                <a:srgbClr val="434343"/>
              </a:buClr>
              <a:buSzPts val="1200"/>
              <a:buFont typeface="Roboto Condensed Light"/>
              <a:buChar char="○"/>
              <a:defRPr/>
            </a:lvl5pPr>
            <a:lvl6pPr marL="2743200" lvl="5" indent="-304800" rtl="0">
              <a:lnSpc>
                <a:spcPct val="100000"/>
              </a:lnSpc>
              <a:spcBef>
                <a:spcPts val="0"/>
              </a:spcBef>
              <a:spcAft>
                <a:spcPts val="0"/>
              </a:spcAft>
              <a:buClr>
                <a:srgbClr val="434343"/>
              </a:buClr>
              <a:buSzPts val="1200"/>
              <a:buFont typeface="Roboto Condensed Light"/>
              <a:buChar char="■"/>
              <a:defRPr/>
            </a:lvl6pPr>
            <a:lvl7pPr marL="3200400" lvl="6" indent="-304800" rtl="0">
              <a:lnSpc>
                <a:spcPct val="100000"/>
              </a:lnSpc>
              <a:spcBef>
                <a:spcPts val="0"/>
              </a:spcBef>
              <a:spcAft>
                <a:spcPts val="0"/>
              </a:spcAft>
              <a:buClr>
                <a:srgbClr val="434343"/>
              </a:buClr>
              <a:buSzPts val="1200"/>
              <a:buFont typeface="Roboto Condensed Light"/>
              <a:buChar char="●"/>
              <a:defRPr/>
            </a:lvl7pPr>
            <a:lvl8pPr marL="3657600" lvl="7" indent="-304800" rtl="0">
              <a:lnSpc>
                <a:spcPct val="100000"/>
              </a:lnSpc>
              <a:spcBef>
                <a:spcPts val="0"/>
              </a:spcBef>
              <a:spcAft>
                <a:spcPts val="0"/>
              </a:spcAft>
              <a:buClr>
                <a:srgbClr val="434343"/>
              </a:buClr>
              <a:buSzPts val="1200"/>
              <a:buFont typeface="Roboto Condensed Light"/>
              <a:buChar char="○"/>
              <a:defRPr/>
            </a:lvl8pPr>
            <a:lvl9pPr marL="4114800" lvl="8" indent="-304800" rtl="0">
              <a:lnSpc>
                <a:spcPct val="100000"/>
              </a:lnSpc>
              <a:spcBef>
                <a:spcPts val="0"/>
              </a:spcBef>
              <a:spcAft>
                <a:spcPts val="0"/>
              </a:spcAft>
              <a:buClr>
                <a:srgbClr val="434343"/>
              </a:buClr>
              <a:buSzPts val="1200"/>
              <a:buFont typeface="Roboto Condensed Ligh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720000" y="1376001"/>
            <a:ext cx="4021800" cy="733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sz="4800"/>
            </a:lvl1pPr>
            <a:lvl2pPr lvl="1" algn="r" rtl="0">
              <a:spcBef>
                <a:spcPts val="0"/>
              </a:spcBef>
              <a:spcAft>
                <a:spcPts val="0"/>
              </a:spcAft>
              <a:buSzPts val="2800"/>
              <a:buNone/>
              <a:defRPr>
                <a:latin typeface="Roboto"/>
                <a:ea typeface="Roboto"/>
                <a:cs typeface="Roboto"/>
                <a:sym typeface="Roboto"/>
              </a:defRPr>
            </a:lvl2pPr>
            <a:lvl3pPr lvl="2" algn="r" rtl="0">
              <a:spcBef>
                <a:spcPts val="0"/>
              </a:spcBef>
              <a:spcAft>
                <a:spcPts val="0"/>
              </a:spcAft>
              <a:buSzPts val="2800"/>
              <a:buNone/>
              <a:defRPr>
                <a:latin typeface="Roboto"/>
                <a:ea typeface="Roboto"/>
                <a:cs typeface="Roboto"/>
                <a:sym typeface="Roboto"/>
              </a:defRPr>
            </a:lvl3pPr>
            <a:lvl4pPr lvl="3" algn="r" rtl="0">
              <a:spcBef>
                <a:spcPts val="0"/>
              </a:spcBef>
              <a:spcAft>
                <a:spcPts val="0"/>
              </a:spcAft>
              <a:buSzPts val="2800"/>
              <a:buNone/>
              <a:defRPr>
                <a:latin typeface="Roboto"/>
                <a:ea typeface="Roboto"/>
                <a:cs typeface="Roboto"/>
                <a:sym typeface="Roboto"/>
              </a:defRPr>
            </a:lvl4pPr>
            <a:lvl5pPr lvl="4" algn="r" rtl="0">
              <a:spcBef>
                <a:spcPts val="0"/>
              </a:spcBef>
              <a:spcAft>
                <a:spcPts val="0"/>
              </a:spcAft>
              <a:buSzPts val="2800"/>
              <a:buNone/>
              <a:defRPr>
                <a:latin typeface="Roboto"/>
                <a:ea typeface="Roboto"/>
                <a:cs typeface="Roboto"/>
                <a:sym typeface="Roboto"/>
              </a:defRPr>
            </a:lvl5pPr>
            <a:lvl6pPr lvl="5" algn="r" rtl="0">
              <a:spcBef>
                <a:spcPts val="0"/>
              </a:spcBef>
              <a:spcAft>
                <a:spcPts val="0"/>
              </a:spcAft>
              <a:buSzPts val="2800"/>
              <a:buNone/>
              <a:defRPr>
                <a:latin typeface="Roboto"/>
                <a:ea typeface="Roboto"/>
                <a:cs typeface="Roboto"/>
                <a:sym typeface="Roboto"/>
              </a:defRPr>
            </a:lvl6pPr>
            <a:lvl7pPr lvl="6" algn="r" rtl="0">
              <a:spcBef>
                <a:spcPts val="0"/>
              </a:spcBef>
              <a:spcAft>
                <a:spcPts val="0"/>
              </a:spcAft>
              <a:buSzPts val="2800"/>
              <a:buNone/>
              <a:defRPr>
                <a:latin typeface="Roboto"/>
                <a:ea typeface="Roboto"/>
                <a:cs typeface="Roboto"/>
                <a:sym typeface="Roboto"/>
              </a:defRPr>
            </a:lvl7pPr>
            <a:lvl8pPr lvl="7" algn="r" rtl="0">
              <a:spcBef>
                <a:spcPts val="0"/>
              </a:spcBef>
              <a:spcAft>
                <a:spcPts val="0"/>
              </a:spcAft>
              <a:buSzPts val="2800"/>
              <a:buNone/>
              <a:defRPr>
                <a:latin typeface="Roboto"/>
                <a:ea typeface="Roboto"/>
                <a:cs typeface="Roboto"/>
                <a:sym typeface="Roboto"/>
              </a:defRPr>
            </a:lvl8pPr>
            <a:lvl9pPr lvl="8" algn="r" rtl="0">
              <a:spcBef>
                <a:spcPts val="0"/>
              </a:spcBef>
              <a:spcAft>
                <a:spcPts val="0"/>
              </a:spcAft>
              <a:buSzPts val="2800"/>
              <a:buNone/>
              <a:defRPr>
                <a:latin typeface="Roboto"/>
                <a:ea typeface="Roboto"/>
                <a:cs typeface="Roboto"/>
                <a:sym typeface="Roboto"/>
              </a:defRPr>
            </a:lvl9pPr>
          </a:lstStyle>
          <a:p>
            <a:endParaRPr/>
          </a:p>
        </p:txBody>
      </p:sp>
      <p:sp>
        <p:nvSpPr>
          <p:cNvPr id="46" name="Google Shape;46;p7"/>
          <p:cNvSpPr txBox="1">
            <a:spLocks noGrp="1"/>
          </p:cNvSpPr>
          <p:nvPr>
            <p:ph type="subTitle" idx="1"/>
          </p:nvPr>
        </p:nvSpPr>
        <p:spPr>
          <a:xfrm>
            <a:off x="720000" y="2202500"/>
            <a:ext cx="4961100" cy="1572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800"/>
            </a:lvl1pPr>
            <a:lvl2pPr lvl="1" algn="r" rtl="0">
              <a:lnSpc>
                <a:spcPct val="100000"/>
              </a:lnSpc>
              <a:spcBef>
                <a:spcPts val="0"/>
              </a:spcBef>
              <a:spcAft>
                <a:spcPts val="0"/>
              </a:spcAft>
              <a:buSzPts val="1400"/>
              <a:buChar char="○"/>
              <a:defRPr sz="2100"/>
            </a:lvl2pPr>
            <a:lvl3pPr lvl="2" algn="r" rtl="0">
              <a:lnSpc>
                <a:spcPct val="100000"/>
              </a:lnSpc>
              <a:spcBef>
                <a:spcPts val="0"/>
              </a:spcBef>
              <a:spcAft>
                <a:spcPts val="0"/>
              </a:spcAft>
              <a:buSzPts val="1400"/>
              <a:buChar char="■"/>
              <a:defRPr sz="2100"/>
            </a:lvl3pPr>
            <a:lvl4pPr lvl="3" algn="r" rtl="0">
              <a:lnSpc>
                <a:spcPct val="100000"/>
              </a:lnSpc>
              <a:spcBef>
                <a:spcPts val="0"/>
              </a:spcBef>
              <a:spcAft>
                <a:spcPts val="0"/>
              </a:spcAft>
              <a:buSzPts val="1400"/>
              <a:buChar char="●"/>
              <a:defRPr sz="2100"/>
            </a:lvl4pPr>
            <a:lvl5pPr lvl="4" algn="r" rtl="0">
              <a:lnSpc>
                <a:spcPct val="100000"/>
              </a:lnSpc>
              <a:spcBef>
                <a:spcPts val="0"/>
              </a:spcBef>
              <a:spcAft>
                <a:spcPts val="0"/>
              </a:spcAft>
              <a:buSzPts val="1400"/>
              <a:buChar char="○"/>
              <a:defRPr sz="2100"/>
            </a:lvl5pPr>
            <a:lvl6pPr lvl="5" algn="r" rtl="0">
              <a:lnSpc>
                <a:spcPct val="100000"/>
              </a:lnSpc>
              <a:spcBef>
                <a:spcPts val="0"/>
              </a:spcBef>
              <a:spcAft>
                <a:spcPts val="0"/>
              </a:spcAft>
              <a:buSzPts val="1400"/>
              <a:buChar char="■"/>
              <a:defRPr sz="2100"/>
            </a:lvl6pPr>
            <a:lvl7pPr lvl="6" algn="r" rtl="0">
              <a:lnSpc>
                <a:spcPct val="100000"/>
              </a:lnSpc>
              <a:spcBef>
                <a:spcPts val="0"/>
              </a:spcBef>
              <a:spcAft>
                <a:spcPts val="0"/>
              </a:spcAft>
              <a:buSzPts val="1400"/>
              <a:buChar char="●"/>
              <a:defRPr sz="2100"/>
            </a:lvl7pPr>
            <a:lvl8pPr lvl="7" algn="r" rtl="0">
              <a:lnSpc>
                <a:spcPct val="100000"/>
              </a:lnSpc>
              <a:spcBef>
                <a:spcPts val="0"/>
              </a:spcBef>
              <a:spcAft>
                <a:spcPts val="0"/>
              </a:spcAft>
              <a:buSzPts val="1400"/>
              <a:buChar char="○"/>
              <a:defRPr sz="2100"/>
            </a:lvl8pPr>
            <a:lvl9pPr lvl="8" algn="r" rtl="0">
              <a:lnSpc>
                <a:spcPct val="100000"/>
              </a:lnSpc>
              <a:spcBef>
                <a:spcPts val="0"/>
              </a:spcBef>
              <a:spcAft>
                <a:spcPts val="0"/>
              </a:spcAft>
              <a:buSzPts val="1400"/>
              <a:buChar char="■"/>
              <a:defRPr sz="2100"/>
            </a:lvl9pPr>
          </a:lstStyle>
          <a:p>
            <a:endParaRPr/>
          </a:p>
        </p:txBody>
      </p:sp>
      <p:sp>
        <p:nvSpPr>
          <p:cNvPr id="47" name="Google Shape;47;p7"/>
          <p:cNvSpPr/>
          <p:nvPr/>
        </p:nvSpPr>
        <p:spPr>
          <a:xfrm rot="10800000" flipH="1">
            <a:off x="2761950" y="7280"/>
            <a:ext cx="6382063" cy="1233283"/>
          </a:xfrm>
          <a:custGeom>
            <a:avLst/>
            <a:gdLst/>
            <a:ahLst/>
            <a:cxnLst/>
            <a:rect l="l" t="t" r="r" b="b"/>
            <a:pathLst>
              <a:path w="35115" h="8747" extrusionOk="0">
                <a:moveTo>
                  <a:pt x="14823" y="1"/>
                </a:moveTo>
                <a:cubicBezTo>
                  <a:pt x="13323" y="1"/>
                  <a:pt x="11864" y="491"/>
                  <a:pt x="10721" y="1752"/>
                </a:cubicBezTo>
                <a:cubicBezTo>
                  <a:pt x="10297" y="2230"/>
                  <a:pt x="9953" y="2775"/>
                  <a:pt x="9660" y="3345"/>
                </a:cubicBezTo>
                <a:cubicBezTo>
                  <a:pt x="8998" y="4565"/>
                  <a:pt x="8571" y="5880"/>
                  <a:pt x="7112" y="6371"/>
                </a:cubicBezTo>
                <a:cubicBezTo>
                  <a:pt x="6647" y="6517"/>
                  <a:pt x="6169" y="6568"/>
                  <a:pt x="5692" y="6568"/>
                </a:cubicBezTo>
                <a:cubicBezTo>
                  <a:pt x="5322" y="6568"/>
                  <a:pt x="4962" y="6543"/>
                  <a:pt x="4606" y="6517"/>
                </a:cubicBezTo>
                <a:cubicBezTo>
                  <a:pt x="4179" y="6476"/>
                  <a:pt x="3730" y="6437"/>
                  <a:pt x="3277" y="6437"/>
                </a:cubicBezTo>
                <a:cubicBezTo>
                  <a:pt x="2640" y="6437"/>
                  <a:pt x="2016" y="6517"/>
                  <a:pt x="1472" y="6756"/>
                </a:cubicBezTo>
                <a:cubicBezTo>
                  <a:pt x="663" y="7125"/>
                  <a:pt x="38" y="7896"/>
                  <a:pt x="0" y="8747"/>
                </a:cubicBezTo>
                <a:lnTo>
                  <a:pt x="35115" y="8747"/>
                </a:lnTo>
                <a:lnTo>
                  <a:pt x="35115" y="5214"/>
                </a:lnTo>
                <a:cubicBezTo>
                  <a:pt x="35115" y="5348"/>
                  <a:pt x="33283" y="5613"/>
                  <a:pt x="33095" y="5628"/>
                </a:cubicBezTo>
                <a:cubicBezTo>
                  <a:pt x="32379" y="5734"/>
                  <a:pt x="31662" y="5788"/>
                  <a:pt x="30933" y="5788"/>
                </a:cubicBezTo>
                <a:lnTo>
                  <a:pt x="30894" y="5788"/>
                </a:lnTo>
                <a:cubicBezTo>
                  <a:pt x="29474" y="5788"/>
                  <a:pt x="28041" y="5600"/>
                  <a:pt x="26674" y="5214"/>
                </a:cubicBezTo>
                <a:cubicBezTo>
                  <a:pt x="24098" y="4498"/>
                  <a:pt x="22094" y="2854"/>
                  <a:pt x="19827" y="1513"/>
                </a:cubicBezTo>
                <a:cubicBezTo>
                  <a:pt x="18339" y="638"/>
                  <a:pt x="16549" y="1"/>
                  <a:pt x="14823" y="1"/>
                </a:cubicBezTo>
                <a:close/>
              </a:path>
            </a:pathLst>
          </a:custGeom>
          <a:solidFill>
            <a:srgbClr val="F7F7F7">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7"/>
          <p:cNvSpPr/>
          <p:nvPr/>
        </p:nvSpPr>
        <p:spPr>
          <a:xfrm flipH="1">
            <a:off x="0" y="3910226"/>
            <a:ext cx="6382063" cy="1233283"/>
          </a:xfrm>
          <a:custGeom>
            <a:avLst/>
            <a:gdLst/>
            <a:ahLst/>
            <a:cxnLst/>
            <a:rect l="l" t="t" r="r" b="b"/>
            <a:pathLst>
              <a:path w="35115" h="8747" extrusionOk="0">
                <a:moveTo>
                  <a:pt x="14823" y="1"/>
                </a:moveTo>
                <a:cubicBezTo>
                  <a:pt x="13323" y="1"/>
                  <a:pt x="11864" y="491"/>
                  <a:pt x="10721" y="1752"/>
                </a:cubicBezTo>
                <a:cubicBezTo>
                  <a:pt x="10297" y="2230"/>
                  <a:pt x="9953" y="2775"/>
                  <a:pt x="9660" y="3345"/>
                </a:cubicBezTo>
                <a:cubicBezTo>
                  <a:pt x="8998" y="4565"/>
                  <a:pt x="8571" y="5880"/>
                  <a:pt x="7112" y="6371"/>
                </a:cubicBezTo>
                <a:cubicBezTo>
                  <a:pt x="6647" y="6517"/>
                  <a:pt x="6169" y="6568"/>
                  <a:pt x="5692" y="6568"/>
                </a:cubicBezTo>
                <a:cubicBezTo>
                  <a:pt x="5322" y="6568"/>
                  <a:pt x="4962" y="6543"/>
                  <a:pt x="4606" y="6517"/>
                </a:cubicBezTo>
                <a:cubicBezTo>
                  <a:pt x="4179" y="6476"/>
                  <a:pt x="3730" y="6437"/>
                  <a:pt x="3277" y="6437"/>
                </a:cubicBezTo>
                <a:cubicBezTo>
                  <a:pt x="2640" y="6437"/>
                  <a:pt x="2016" y="6517"/>
                  <a:pt x="1472" y="6756"/>
                </a:cubicBezTo>
                <a:cubicBezTo>
                  <a:pt x="663" y="7125"/>
                  <a:pt x="38" y="7896"/>
                  <a:pt x="0" y="8747"/>
                </a:cubicBezTo>
                <a:lnTo>
                  <a:pt x="35115" y="8747"/>
                </a:lnTo>
                <a:lnTo>
                  <a:pt x="35115" y="5214"/>
                </a:lnTo>
                <a:cubicBezTo>
                  <a:pt x="35115" y="5348"/>
                  <a:pt x="33283" y="5613"/>
                  <a:pt x="33095" y="5628"/>
                </a:cubicBezTo>
                <a:cubicBezTo>
                  <a:pt x="32379" y="5734"/>
                  <a:pt x="31662" y="5788"/>
                  <a:pt x="30933" y="5788"/>
                </a:cubicBezTo>
                <a:lnTo>
                  <a:pt x="30894" y="5788"/>
                </a:lnTo>
                <a:cubicBezTo>
                  <a:pt x="29474" y="5788"/>
                  <a:pt x="28041" y="5600"/>
                  <a:pt x="26674" y="5214"/>
                </a:cubicBezTo>
                <a:cubicBezTo>
                  <a:pt x="24098" y="4498"/>
                  <a:pt x="22094" y="2854"/>
                  <a:pt x="19827" y="1513"/>
                </a:cubicBezTo>
                <a:cubicBezTo>
                  <a:pt x="18339" y="638"/>
                  <a:pt x="16549" y="1"/>
                  <a:pt x="14823" y="1"/>
                </a:cubicBezTo>
                <a:close/>
              </a:path>
            </a:pathLst>
          </a:custGeom>
          <a:solidFill>
            <a:srgbClr val="F7F7F7">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7"/>
          <p:cNvSpPr/>
          <p:nvPr/>
        </p:nvSpPr>
        <p:spPr>
          <a:xfrm>
            <a:off x="-26" y="124138"/>
            <a:ext cx="822019" cy="1811630"/>
          </a:xfrm>
          <a:custGeom>
            <a:avLst/>
            <a:gdLst/>
            <a:ahLst/>
            <a:cxnLst/>
            <a:rect l="l" t="t" r="r" b="b"/>
            <a:pathLst>
              <a:path w="5973" h="13164" extrusionOk="0">
                <a:moveTo>
                  <a:pt x="0" y="0"/>
                </a:moveTo>
                <a:lnTo>
                  <a:pt x="0" y="12871"/>
                </a:lnTo>
                <a:cubicBezTo>
                  <a:pt x="39" y="12883"/>
                  <a:pt x="80" y="12883"/>
                  <a:pt x="118" y="12899"/>
                </a:cubicBezTo>
                <a:cubicBezTo>
                  <a:pt x="504" y="12963"/>
                  <a:pt x="889" y="13164"/>
                  <a:pt x="1287" y="13164"/>
                </a:cubicBezTo>
                <a:cubicBezTo>
                  <a:pt x="1367" y="13164"/>
                  <a:pt x="1446" y="13151"/>
                  <a:pt x="1526" y="13138"/>
                </a:cubicBezTo>
                <a:cubicBezTo>
                  <a:pt x="1950" y="13030"/>
                  <a:pt x="2281" y="12699"/>
                  <a:pt x="2389" y="12288"/>
                </a:cubicBezTo>
                <a:cubicBezTo>
                  <a:pt x="2520" y="11836"/>
                  <a:pt x="2415" y="11412"/>
                  <a:pt x="2214" y="11014"/>
                </a:cubicBezTo>
                <a:cubicBezTo>
                  <a:pt x="2029" y="10654"/>
                  <a:pt x="1803" y="10323"/>
                  <a:pt x="1752" y="9912"/>
                </a:cubicBezTo>
                <a:cubicBezTo>
                  <a:pt x="1644" y="9141"/>
                  <a:pt x="2176" y="8479"/>
                  <a:pt x="2787" y="8068"/>
                </a:cubicBezTo>
                <a:cubicBezTo>
                  <a:pt x="3475" y="7603"/>
                  <a:pt x="4338" y="7418"/>
                  <a:pt x="4975" y="6861"/>
                </a:cubicBezTo>
                <a:cubicBezTo>
                  <a:pt x="5558" y="6341"/>
                  <a:pt x="5918" y="5587"/>
                  <a:pt x="5944" y="4803"/>
                </a:cubicBezTo>
                <a:cubicBezTo>
                  <a:pt x="5972" y="4007"/>
                  <a:pt x="5654" y="3211"/>
                  <a:pt x="5096" y="2628"/>
                </a:cubicBezTo>
                <a:cubicBezTo>
                  <a:pt x="4523" y="2029"/>
                  <a:pt x="3727" y="1723"/>
                  <a:pt x="2947" y="1472"/>
                </a:cubicBezTo>
                <a:cubicBezTo>
                  <a:pt x="1924" y="1140"/>
                  <a:pt x="755" y="780"/>
                  <a:pt x="0" y="0"/>
                </a:cubicBezTo>
                <a:close/>
              </a:path>
            </a:pathLst>
          </a:custGeom>
          <a:gradFill>
            <a:gsLst>
              <a:gs pos="0">
                <a:schemeClr val="dk1"/>
              </a:gs>
              <a:gs pos="100000">
                <a:schemeClr val="l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76"/>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_1">
    <p:spTree>
      <p:nvGrpSpPr>
        <p:cNvPr id="1" name="Shape 77"/>
        <p:cNvGrpSpPr/>
        <p:nvPr/>
      </p:nvGrpSpPr>
      <p:grpSpPr>
        <a:xfrm>
          <a:off x="0" y="0"/>
          <a:ext cx="0" cy="0"/>
          <a:chOff x="0" y="0"/>
          <a:chExt cx="0" cy="0"/>
        </a:xfrm>
      </p:grpSpPr>
      <p:sp>
        <p:nvSpPr>
          <p:cNvPr id="78" name="Google Shape;78;p13"/>
          <p:cNvSpPr/>
          <p:nvPr/>
        </p:nvSpPr>
        <p:spPr>
          <a:xfrm>
            <a:off x="7624577" y="1438350"/>
            <a:ext cx="1519407" cy="3547188"/>
          </a:xfrm>
          <a:custGeom>
            <a:avLst/>
            <a:gdLst/>
            <a:ahLst/>
            <a:cxnLst/>
            <a:rect l="l" t="t" r="r" b="b"/>
            <a:pathLst>
              <a:path w="12581" h="21220" extrusionOk="0">
                <a:moveTo>
                  <a:pt x="12581" y="0"/>
                </a:moveTo>
                <a:cubicBezTo>
                  <a:pt x="12275" y="519"/>
                  <a:pt x="11839" y="1035"/>
                  <a:pt x="11253" y="1567"/>
                </a:cubicBezTo>
                <a:cubicBezTo>
                  <a:pt x="9593" y="3080"/>
                  <a:pt x="8080" y="3453"/>
                  <a:pt x="6039" y="4274"/>
                </a:cubicBezTo>
                <a:cubicBezTo>
                  <a:pt x="4513" y="4899"/>
                  <a:pt x="1647" y="5800"/>
                  <a:pt x="1073" y="7418"/>
                </a:cubicBezTo>
                <a:cubicBezTo>
                  <a:pt x="0" y="10511"/>
                  <a:pt x="4179" y="11759"/>
                  <a:pt x="6265" y="14504"/>
                </a:cubicBezTo>
                <a:cubicBezTo>
                  <a:pt x="8335" y="17240"/>
                  <a:pt x="6529" y="19323"/>
                  <a:pt x="8998" y="20757"/>
                </a:cubicBezTo>
                <a:cubicBezTo>
                  <a:pt x="9565" y="21083"/>
                  <a:pt x="10172" y="21219"/>
                  <a:pt x="10784" y="21219"/>
                </a:cubicBezTo>
                <a:cubicBezTo>
                  <a:pt x="11390" y="21219"/>
                  <a:pt x="12000" y="21087"/>
                  <a:pt x="12581" y="20874"/>
                </a:cubicBezTo>
                <a:lnTo>
                  <a:pt x="12581" y="0"/>
                </a:lnTo>
                <a:close/>
              </a:path>
            </a:pathLst>
          </a:custGeom>
          <a:gradFill>
            <a:gsLst>
              <a:gs pos="0">
                <a:schemeClr val="dk1"/>
              </a:gs>
              <a:gs pos="50000">
                <a:schemeClr val="dk1"/>
              </a:gs>
              <a:gs pos="100000">
                <a:srgbClr val="FE3F75">
                  <a:alpha val="77647"/>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3"/>
          <p:cNvSpPr/>
          <p:nvPr/>
        </p:nvSpPr>
        <p:spPr>
          <a:xfrm>
            <a:off x="-25" y="352125"/>
            <a:ext cx="1900716" cy="2717564"/>
          </a:xfrm>
          <a:custGeom>
            <a:avLst/>
            <a:gdLst/>
            <a:ahLst/>
            <a:cxnLst/>
            <a:rect l="l" t="t" r="r" b="b"/>
            <a:pathLst>
              <a:path w="11254" h="13206" extrusionOk="0">
                <a:moveTo>
                  <a:pt x="1" y="1"/>
                </a:moveTo>
                <a:lnTo>
                  <a:pt x="1" y="13206"/>
                </a:lnTo>
                <a:cubicBezTo>
                  <a:pt x="307" y="12938"/>
                  <a:pt x="663" y="12779"/>
                  <a:pt x="1090" y="12779"/>
                </a:cubicBezTo>
                <a:cubicBezTo>
                  <a:pt x="1208" y="12779"/>
                  <a:pt x="1342" y="12795"/>
                  <a:pt x="1475" y="12833"/>
                </a:cubicBezTo>
                <a:cubicBezTo>
                  <a:pt x="1912" y="12925"/>
                  <a:pt x="2310" y="13139"/>
                  <a:pt x="2749" y="13139"/>
                </a:cubicBezTo>
                <a:cubicBezTo>
                  <a:pt x="2842" y="13139"/>
                  <a:pt x="2947" y="13139"/>
                  <a:pt x="3052" y="13113"/>
                </a:cubicBezTo>
                <a:cubicBezTo>
                  <a:pt x="3558" y="12980"/>
                  <a:pt x="3902" y="12581"/>
                  <a:pt x="3902" y="12037"/>
                </a:cubicBezTo>
                <a:cubicBezTo>
                  <a:pt x="3890" y="11467"/>
                  <a:pt x="3651" y="10922"/>
                  <a:pt x="3730" y="10339"/>
                </a:cubicBezTo>
                <a:cubicBezTo>
                  <a:pt x="3810" y="9833"/>
                  <a:pt x="4074" y="9371"/>
                  <a:pt x="4422" y="8998"/>
                </a:cubicBezTo>
                <a:cubicBezTo>
                  <a:pt x="5231" y="8123"/>
                  <a:pt x="6396" y="7830"/>
                  <a:pt x="7473" y="7419"/>
                </a:cubicBezTo>
                <a:cubicBezTo>
                  <a:pt x="9237" y="6756"/>
                  <a:pt x="11253" y="4766"/>
                  <a:pt x="10604" y="2762"/>
                </a:cubicBezTo>
                <a:cubicBezTo>
                  <a:pt x="10537" y="2549"/>
                  <a:pt x="10444" y="2335"/>
                  <a:pt x="10314" y="2125"/>
                </a:cubicBezTo>
                <a:cubicBezTo>
                  <a:pt x="9702" y="1141"/>
                  <a:pt x="8626" y="835"/>
                  <a:pt x="7540" y="797"/>
                </a:cubicBezTo>
                <a:lnTo>
                  <a:pt x="7431" y="797"/>
                </a:lnTo>
                <a:cubicBezTo>
                  <a:pt x="6689" y="797"/>
                  <a:pt x="5934" y="995"/>
                  <a:pt x="5176" y="1182"/>
                </a:cubicBezTo>
                <a:cubicBezTo>
                  <a:pt x="4422" y="1380"/>
                  <a:pt x="3664" y="1568"/>
                  <a:pt x="2921" y="1568"/>
                </a:cubicBezTo>
                <a:cubicBezTo>
                  <a:pt x="2456" y="1568"/>
                  <a:pt x="2017" y="1501"/>
                  <a:pt x="1568" y="1313"/>
                </a:cubicBezTo>
                <a:cubicBezTo>
                  <a:pt x="931" y="1036"/>
                  <a:pt x="386" y="571"/>
                  <a:pt x="1" y="1"/>
                </a:cubicBezTo>
                <a:close/>
              </a:path>
            </a:pathLst>
          </a:custGeom>
          <a:gradFill>
            <a:gsLst>
              <a:gs pos="0">
                <a:schemeClr val="dk2"/>
              </a:gs>
              <a:gs pos="100000">
                <a:schemeClr val="l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3"/>
          <p:cNvSpPr txBox="1">
            <a:spLocks noGrp="1"/>
          </p:cNvSpPr>
          <p:nvPr>
            <p:ph type="title"/>
          </p:nvPr>
        </p:nvSpPr>
        <p:spPr>
          <a:xfrm>
            <a:off x="1949100" y="540000"/>
            <a:ext cx="5245800" cy="477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Clr>
                <a:schemeClr val="dk2"/>
              </a:buClr>
              <a:buSzPts val="2800"/>
              <a:buNone/>
              <a:defRPr>
                <a:solidFill>
                  <a:schemeClr val="dk2"/>
                </a:solidFill>
                <a:latin typeface="Roboto"/>
                <a:ea typeface="Roboto"/>
                <a:cs typeface="Roboto"/>
                <a:sym typeface="Roboto"/>
              </a:defRPr>
            </a:lvl2pPr>
            <a:lvl3pPr lvl="2" rtl="0">
              <a:spcBef>
                <a:spcPts val="0"/>
              </a:spcBef>
              <a:spcAft>
                <a:spcPts val="0"/>
              </a:spcAft>
              <a:buClr>
                <a:schemeClr val="dk2"/>
              </a:buClr>
              <a:buSzPts val="2800"/>
              <a:buNone/>
              <a:defRPr>
                <a:solidFill>
                  <a:schemeClr val="dk2"/>
                </a:solidFill>
                <a:latin typeface="Roboto"/>
                <a:ea typeface="Roboto"/>
                <a:cs typeface="Roboto"/>
                <a:sym typeface="Roboto"/>
              </a:defRPr>
            </a:lvl3pPr>
            <a:lvl4pPr lvl="3" rtl="0">
              <a:spcBef>
                <a:spcPts val="0"/>
              </a:spcBef>
              <a:spcAft>
                <a:spcPts val="0"/>
              </a:spcAft>
              <a:buClr>
                <a:schemeClr val="dk2"/>
              </a:buClr>
              <a:buSzPts val="2800"/>
              <a:buNone/>
              <a:defRPr>
                <a:solidFill>
                  <a:schemeClr val="dk2"/>
                </a:solidFill>
                <a:latin typeface="Roboto"/>
                <a:ea typeface="Roboto"/>
                <a:cs typeface="Roboto"/>
                <a:sym typeface="Roboto"/>
              </a:defRPr>
            </a:lvl4pPr>
            <a:lvl5pPr lvl="4" rtl="0">
              <a:spcBef>
                <a:spcPts val="0"/>
              </a:spcBef>
              <a:spcAft>
                <a:spcPts val="0"/>
              </a:spcAft>
              <a:buClr>
                <a:schemeClr val="dk2"/>
              </a:buClr>
              <a:buSzPts val="2800"/>
              <a:buNone/>
              <a:defRPr>
                <a:solidFill>
                  <a:schemeClr val="dk2"/>
                </a:solidFill>
                <a:latin typeface="Roboto"/>
                <a:ea typeface="Roboto"/>
                <a:cs typeface="Roboto"/>
                <a:sym typeface="Roboto"/>
              </a:defRPr>
            </a:lvl5pPr>
            <a:lvl6pPr lvl="5" rtl="0">
              <a:spcBef>
                <a:spcPts val="0"/>
              </a:spcBef>
              <a:spcAft>
                <a:spcPts val="0"/>
              </a:spcAft>
              <a:buClr>
                <a:schemeClr val="dk2"/>
              </a:buClr>
              <a:buSzPts val="2800"/>
              <a:buNone/>
              <a:defRPr>
                <a:solidFill>
                  <a:schemeClr val="dk2"/>
                </a:solidFill>
                <a:latin typeface="Roboto"/>
                <a:ea typeface="Roboto"/>
                <a:cs typeface="Roboto"/>
                <a:sym typeface="Roboto"/>
              </a:defRPr>
            </a:lvl6pPr>
            <a:lvl7pPr lvl="6" rtl="0">
              <a:spcBef>
                <a:spcPts val="0"/>
              </a:spcBef>
              <a:spcAft>
                <a:spcPts val="0"/>
              </a:spcAft>
              <a:buClr>
                <a:schemeClr val="dk2"/>
              </a:buClr>
              <a:buSzPts val="2800"/>
              <a:buNone/>
              <a:defRPr>
                <a:solidFill>
                  <a:schemeClr val="dk2"/>
                </a:solidFill>
                <a:latin typeface="Roboto"/>
                <a:ea typeface="Roboto"/>
                <a:cs typeface="Roboto"/>
                <a:sym typeface="Roboto"/>
              </a:defRPr>
            </a:lvl7pPr>
            <a:lvl8pPr lvl="7" rtl="0">
              <a:spcBef>
                <a:spcPts val="0"/>
              </a:spcBef>
              <a:spcAft>
                <a:spcPts val="0"/>
              </a:spcAft>
              <a:buClr>
                <a:schemeClr val="dk2"/>
              </a:buClr>
              <a:buSzPts val="2800"/>
              <a:buNone/>
              <a:defRPr>
                <a:solidFill>
                  <a:schemeClr val="dk2"/>
                </a:solidFill>
                <a:latin typeface="Roboto"/>
                <a:ea typeface="Roboto"/>
                <a:cs typeface="Roboto"/>
                <a:sym typeface="Roboto"/>
              </a:defRPr>
            </a:lvl8pPr>
            <a:lvl9pPr lvl="8" rtl="0">
              <a:spcBef>
                <a:spcPts val="0"/>
              </a:spcBef>
              <a:spcAft>
                <a:spcPts val="0"/>
              </a:spcAft>
              <a:buClr>
                <a:schemeClr val="dk2"/>
              </a:buClr>
              <a:buSzPts val="2800"/>
              <a:buNone/>
              <a:defRPr>
                <a:solidFill>
                  <a:schemeClr val="dk2"/>
                </a:solidFill>
                <a:latin typeface="Roboto"/>
                <a:ea typeface="Roboto"/>
                <a:cs typeface="Roboto"/>
                <a:sym typeface="Roboto"/>
              </a:defRPr>
            </a:lvl9pPr>
          </a:lstStyle>
          <a:p>
            <a:endParaRPr/>
          </a:p>
        </p:txBody>
      </p:sp>
      <p:sp>
        <p:nvSpPr>
          <p:cNvPr id="81" name="Google Shape;81;p13"/>
          <p:cNvSpPr txBox="1">
            <a:spLocks noGrp="1"/>
          </p:cNvSpPr>
          <p:nvPr>
            <p:ph type="subTitle" idx="1"/>
          </p:nvPr>
        </p:nvSpPr>
        <p:spPr>
          <a:xfrm>
            <a:off x="1948950" y="2389550"/>
            <a:ext cx="25560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2" name="Google Shape;82;p13"/>
          <p:cNvSpPr txBox="1">
            <a:spLocks noGrp="1"/>
          </p:cNvSpPr>
          <p:nvPr>
            <p:ph type="title" idx="2"/>
          </p:nvPr>
        </p:nvSpPr>
        <p:spPr>
          <a:xfrm>
            <a:off x="1949200" y="1985914"/>
            <a:ext cx="2555700" cy="4395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400"/>
            </a:lvl1pPr>
            <a:lvl2pPr lvl="1"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2pPr>
            <a:lvl3pPr lvl="2"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3pPr>
            <a:lvl4pPr lvl="3"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4pPr>
            <a:lvl5pPr lvl="4"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5pPr>
            <a:lvl6pPr lvl="5"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6pPr>
            <a:lvl7pPr lvl="6"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7pPr>
            <a:lvl8pPr lvl="7"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8pPr>
            <a:lvl9pPr lvl="8"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9pPr>
          </a:lstStyle>
          <a:p>
            <a:endParaRPr/>
          </a:p>
        </p:txBody>
      </p:sp>
      <p:sp>
        <p:nvSpPr>
          <p:cNvPr id="83" name="Google Shape;83;p13"/>
          <p:cNvSpPr txBox="1">
            <a:spLocks noGrp="1"/>
          </p:cNvSpPr>
          <p:nvPr>
            <p:ph type="title" idx="3" hasCustomPrompt="1"/>
          </p:nvPr>
        </p:nvSpPr>
        <p:spPr>
          <a:xfrm>
            <a:off x="2815671" y="1416261"/>
            <a:ext cx="822600" cy="439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3000"/>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
        <p:nvSpPr>
          <p:cNvPr id="84" name="Google Shape;84;p13"/>
          <p:cNvSpPr txBox="1">
            <a:spLocks noGrp="1"/>
          </p:cNvSpPr>
          <p:nvPr>
            <p:ph type="subTitle" idx="4"/>
          </p:nvPr>
        </p:nvSpPr>
        <p:spPr>
          <a:xfrm>
            <a:off x="4638907" y="2389550"/>
            <a:ext cx="25560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5" name="Google Shape;85;p13"/>
          <p:cNvSpPr txBox="1">
            <a:spLocks noGrp="1"/>
          </p:cNvSpPr>
          <p:nvPr>
            <p:ph type="title" idx="5"/>
          </p:nvPr>
        </p:nvSpPr>
        <p:spPr>
          <a:xfrm>
            <a:off x="4639100" y="1985914"/>
            <a:ext cx="2555700" cy="4395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400"/>
            </a:lvl1pPr>
            <a:lvl2pPr lvl="1"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2pPr>
            <a:lvl3pPr lvl="2"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3pPr>
            <a:lvl4pPr lvl="3"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4pPr>
            <a:lvl5pPr lvl="4"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5pPr>
            <a:lvl6pPr lvl="5"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6pPr>
            <a:lvl7pPr lvl="6"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7pPr>
            <a:lvl8pPr lvl="7"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8pPr>
            <a:lvl9pPr lvl="8"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9pPr>
          </a:lstStyle>
          <a:p>
            <a:endParaRPr/>
          </a:p>
        </p:txBody>
      </p:sp>
      <p:sp>
        <p:nvSpPr>
          <p:cNvPr id="86" name="Google Shape;86;p13"/>
          <p:cNvSpPr txBox="1">
            <a:spLocks noGrp="1"/>
          </p:cNvSpPr>
          <p:nvPr>
            <p:ph type="title" idx="6" hasCustomPrompt="1"/>
          </p:nvPr>
        </p:nvSpPr>
        <p:spPr>
          <a:xfrm>
            <a:off x="5505572" y="1416186"/>
            <a:ext cx="822600" cy="439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3000"/>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
        <p:nvSpPr>
          <p:cNvPr id="87" name="Google Shape;87;p13"/>
          <p:cNvSpPr txBox="1">
            <a:spLocks noGrp="1"/>
          </p:cNvSpPr>
          <p:nvPr>
            <p:ph type="subTitle" idx="7"/>
          </p:nvPr>
        </p:nvSpPr>
        <p:spPr>
          <a:xfrm>
            <a:off x="1948950" y="4088276"/>
            <a:ext cx="25560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8" name="Google Shape;88;p13"/>
          <p:cNvSpPr txBox="1">
            <a:spLocks noGrp="1"/>
          </p:cNvSpPr>
          <p:nvPr>
            <p:ph type="title" idx="8"/>
          </p:nvPr>
        </p:nvSpPr>
        <p:spPr>
          <a:xfrm>
            <a:off x="1949200" y="3699639"/>
            <a:ext cx="2555700" cy="4395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400"/>
            </a:lvl1pPr>
            <a:lvl2pPr lvl="1"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2pPr>
            <a:lvl3pPr lvl="2"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3pPr>
            <a:lvl4pPr lvl="3"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4pPr>
            <a:lvl5pPr lvl="4"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5pPr>
            <a:lvl6pPr lvl="5"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6pPr>
            <a:lvl7pPr lvl="6"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7pPr>
            <a:lvl8pPr lvl="7"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8pPr>
            <a:lvl9pPr lvl="8"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9pPr>
          </a:lstStyle>
          <a:p>
            <a:endParaRPr/>
          </a:p>
        </p:txBody>
      </p:sp>
      <p:sp>
        <p:nvSpPr>
          <p:cNvPr id="89" name="Google Shape;89;p13"/>
          <p:cNvSpPr txBox="1">
            <a:spLocks noGrp="1"/>
          </p:cNvSpPr>
          <p:nvPr>
            <p:ph type="title" idx="9" hasCustomPrompt="1"/>
          </p:nvPr>
        </p:nvSpPr>
        <p:spPr>
          <a:xfrm>
            <a:off x="2815662" y="3129937"/>
            <a:ext cx="822600" cy="439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3000"/>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
        <p:nvSpPr>
          <p:cNvPr id="90" name="Google Shape;90;p13"/>
          <p:cNvSpPr txBox="1">
            <a:spLocks noGrp="1"/>
          </p:cNvSpPr>
          <p:nvPr>
            <p:ph type="subTitle" idx="13"/>
          </p:nvPr>
        </p:nvSpPr>
        <p:spPr>
          <a:xfrm>
            <a:off x="4638881" y="4088273"/>
            <a:ext cx="25560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1" name="Google Shape;91;p13"/>
          <p:cNvSpPr txBox="1">
            <a:spLocks noGrp="1"/>
          </p:cNvSpPr>
          <p:nvPr>
            <p:ph type="title" idx="14"/>
          </p:nvPr>
        </p:nvSpPr>
        <p:spPr>
          <a:xfrm>
            <a:off x="4639069" y="3699639"/>
            <a:ext cx="2555700" cy="4395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400"/>
            </a:lvl1pPr>
            <a:lvl2pPr lvl="1"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2pPr>
            <a:lvl3pPr lvl="2"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3pPr>
            <a:lvl4pPr lvl="3"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4pPr>
            <a:lvl5pPr lvl="4"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5pPr>
            <a:lvl6pPr lvl="5"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6pPr>
            <a:lvl7pPr lvl="6"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7pPr>
            <a:lvl8pPr lvl="7"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8pPr>
            <a:lvl9pPr lvl="8"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9pPr>
          </a:lstStyle>
          <a:p>
            <a:endParaRPr/>
          </a:p>
        </p:txBody>
      </p:sp>
      <p:sp>
        <p:nvSpPr>
          <p:cNvPr id="92" name="Google Shape;92;p13"/>
          <p:cNvSpPr txBox="1">
            <a:spLocks noGrp="1"/>
          </p:cNvSpPr>
          <p:nvPr>
            <p:ph type="title" idx="15" hasCustomPrompt="1"/>
          </p:nvPr>
        </p:nvSpPr>
        <p:spPr>
          <a:xfrm>
            <a:off x="5505572" y="3129934"/>
            <a:ext cx="822600" cy="439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3000"/>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3">
  <p:cSld name="CUSTOM_5_2">
    <p:spTree>
      <p:nvGrpSpPr>
        <p:cNvPr id="1" name="Shape 145"/>
        <p:cNvGrpSpPr/>
        <p:nvPr/>
      </p:nvGrpSpPr>
      <p:grpSpPr>
        <a:xfrm>
          <a:off x="0" y="0"/>
          <a:ext cx="0" cy="0"/>
          <a:chOff x="0" y="0"/>
          <a:chExt cx="0" cy="0"/>
        </a:xfrm>
      </p:grpSpPr>
      <p:sp>
        <p:nvSpPr>
          <p:cNvPr id="146" name="Google Shape;146;p20"/>
          <p:cNvSpPr/>
          <p:nvPr/>
        </p:nvSpPr>
        <p:spPr>
          <a:xfrm rot="-5400000">
            <a:off x="798741" y="3743030"/>
            <a:ext cx="601780" cy="2199211"/>
          </a:xfrm>
          <a:custGeom>
            <a:avLst/>
            <a:gdLst/>
            <a:ahLst/>
            <a:cxnLst/>
            <a:rect l="l" t="t" r="r" b="b"/>
            <a:pathLst>
              <a:path w="5973" h="13164" extrusionOk="0">
                <a:moveTo>
                  <a:pt x="0" y="0"/>
                </a:moveTo>
                <a:lnTo>
                  <a:pt x="0" y="12871"/>
                </a:lnTo>
                <a:cubicBezTo>
                  <a:pt x="39" y="12883"/>
                  <a:pt x="80" y="12883"/>
                  <a:pt x="118" y="12899"/>
                </a:cubicBezTo>
                <a:cubicBezTo>
                  <a:pt x="504" y="12963"/>
                  <a:pt x="889" y="13164"/>
                  <a:pt x="1287" y="13164"/>
                </a:cubicBezTo>
                <a:cubicBezTo>
                  <a:pt x="1367" y="13164"/>
                  <a:pt x="1446" y="13151"/>
                  <a:pt x="1526" y="13138"/>
                </a:cubicBezTo>
                <a:cubicBezTo>
                  <a:pt x="1950" y="13030"/>
                  <a:pt x="2281" y="12699"/>
                  <a:pt x="2389" y="12288"/>
                </a:cubicBezTo>
                <a:cubicBezTo>
                  <a:pt x="2520" y="11836"/>
                  <a:pt x="2415" y="11412"/>
                  <a:pt x="2214" y="11014"/>
                </a:cubicBezTo>
                <a:cubicBezTo>
                  <a:pt x="2029" y="10654"/>
                  <a:pt x="1803" y="10323"/>
                  <a:pt x="1752" y="9912"/>
                </a:cubicBezTo>
                <a:cubicBezTo>
                  <a:pt x="1644" y="9141"/>
                  <a:pt x="2176" y="8479"/>
                  <a:pt x="2787" y="8068"/>
                </a:cubicBezTo>
                <a:cubicBezTo>
                  <a:pt x="3475" y="7603"/>
                  <a:pt x="4338" y="7418"/>
                  <a:pt x="4975" y="6861"/>
                </a:cubicBezTo>
                <a:cubicBezTo>
                  <a:pt x="5558" y="6341"/>
                  <a:pt x="5918" y="5587"/>
                  <a:pt x="5944" y="4803"/>
                </a:cubicBezTo>
                <a:cubicBezTo>
                  <a:pt x="5972" y="4007"/>
                  <a:pt x="5654" y="3211"/>
                  <a:pt x="5096" y="2628"/>
                </a:cubicBezTo>
                <a:cubicBezTo>
                  <a:pt x="4523" y="2029"/>
                  <a:pt x="3727" y="1723"/>
                  <a:pt x="2947" y="1472"/>
                </a:cubicBezTo>
                <a:cubicBezTo>
                  <a:pt x="1924" y="1140"/>
                  <a:pt x="755" y="780"/>
                  <a:pt x="0" y="0"/>
                </a:cubicBezTo>
                <a:close/>
              </a:path>
            </a:pathLst>
          </a:custGeom>
          <a:gradFill>
            <a:gsLst>
              <a:gs pos="0">
                <a:schemeClr val="dk2"/>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0"/>
          <p:cNvSpPr/>
          <p:nvPr/>
        </p:nvSpPr>
        <p:spPr>
          <a:xfrm rot="10800000">
            <a:off x="15" y="7276"/>
            <a:ext cx="3037360" cy="1017123"/>
          </a:xfrm>
          <a:custGeom>
            <a:avLst/>
            <a:gdLst/>
            <a:ahLst/>
            <a:cxnLst/>
            <a:rect l="l" t="t" r="r" b="b"/>
            <a:pathLst>
              <a:path w="35115" h="8747" extrusionOk="0">
                <a:moveTo>
                  <a:pt x="14823" y="1"/>
                </a:moveTo>
                <a:cubicBezTo>
                  <a:pt x="13323" y="1"/>
                  <a:pt x="11864" y="491"/>
                  <a:pt x="10721" y="1752"/>
                </a:cubicBezTo>
                <a:cubicBezTo>
                  <a:pt x="10297" y="2230"/>
                  <a:pt x="9953" y="2775"/>
                  <a:pt x="9660" y="3345"/>
                </a:cubicBezTo>
                <a:cubicBezTo>
                  <a:pt x="8998" y="4565"/>
                  <a:pt x="8571" y="5880"/>
                  <a:pt x="7112" y="6371"/>
                </a:cubicBezTo>
                <a:cubicBezTo>
                  <a:pt x="6647" y="6517"/>
                  <a:pt x="6169" y="6568"/>
                  <a:pt x="5692" y="6568"/>
                </a:cubicBezTo>
                <a:cubicBezTo>
                  <a:pt x="5322" y="6568"/>
                  <a:pt x="4962" y="6543"/>
                  <a:pt x="4606" y="6517"/>
                </a:cubicBezTo>
                <a:cubicBezTo>
                  <a:pt x="4179" y="6476"/>
                  <a:pt x="3730" y="6437"/>
                  <a:pt x="3277" y="6437"/>
                </a:cubicBezTo>
                <a:cubicBezTo>
                  <a:pt x="2640" y="6437"/>
                  <a:pt x="2016" y="6517"/>
                  <a:pt x="1472" y="6756"/>
                </a:cubicBezTo>
                <a:cubicBezTo>
                  <a:pt x="663" y="7125"/>
                  <a:pt x="38" y="7896"/>
                  <a:pt x="0" y="8747"/>
                </a:cubicBezTo>
                <a:lnTo>
                  <a:pt x="35115" y="8747"/>
                </a:lnTo>
                <a:lnTo>
                  <a:pt x="35115" y="5214"/>
                </a:lnTo>
                <a:cubicBezTo>
                  <a:pt x="35115" y="5348"/>
                  <a:pt x="33283" y="5613"/>
                  <a:pt x="33095" y="5628"/>
                </a:cubicBezTo>
                <a:cubicBezTo>
                  <a:pt x="32379" y="5734"/>
                  <a:pt x="31662" y="5788"/>
                  <a:pt x="30933" y="5788"/>
                </a:cubicBezTo>
                <a:lnTo>
                  <a:pt x="30894" y="5788"/>
                </a:lnTo>
                <a:cubicBezTo>
                  <a:pt x="29474" y="5788"/>
                  <a:pt x="28041" y="5600"/>
                  <a:pt x="26674" y="5214"/>
                </a:cubicBezTo>
                <a:cubicBezTo>
                  <a:pt x="24098" y="4498"/>
                  <a:pt x="22094" y="2854"/>
                  <a:pt x="19827" y="1513"/>
                </a:cubicBezTo>
                <a:cubicBezTo>
                  <a:pt x="18339" y="638"/>
                  <a:pt x="16549" y="1"/>
                  <a:pt x="14823" y="1"/>
                </a:cubicBezTo>
                <a:close/>
              </a:path>
            </a:pathLst>
          </a:custGeom>
          <a:solidFill>
            <a:srgbClr val="F7F7F7">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0"/>
          <p:cNvSpPr/>
          <p:nvPr/>
        </p:nvSpPr>
        <p:spPr>
          <a:xfrm>
            <a:off x="7131250" y="3696451"/>
            <a:ext cx="2012809" cy="1447049"/>
          </a:xfrm>
          <a:custGeom>
            <a:avLst/>
            <a:gdLst/>
            <a:ahLst/>
            <a:cxnLst/>
            <a:rect l="l" t="t" r="r" b="b"/>
            <a:pathLst>
              <a:path w="14253" h="15075" extrusionOk="0">
                <a:moveTo>
                  <a:pt x="14253" y="0"/>
                </a:moveTo>
                <a:cubicBezTo>
                  <a:pt x="13377" y="1949"/>
                  <a:pt x="11839" y="2905"/>
                  <a:pt x="8386" y="3462"/>
                </a:cubicBezTo>
                <a:cubicBezTo>
                  <a:pt x="6278" y="3794"/>
                  <a:pt x="4208" y="3408"/>
                  <a:pt x="2720" y="5558"/>
                </a:cubicBezTo>
                <a:cubicBezTo>
                  <a:pt x="1647" y="7100"/>
                  <a:pt x="2004" y="8969"/>
                  <a:pt x="2217" y="10750"/>
                </a:cubicBezTo>
                <a:cubicBezTo>
                  <a:pt x="2469" y="12820"/>
                  <a:pt x="1287" y="14107"/>
                  <a:pt x="0" y="15075"/>
                </a:cubicBezTo>
                <a:lnTo>
                  <a:pt x="14253" y="15075"/>
                </a:lnTo>
                <a:lnTo>
                  <a:pt x="14253" y="0"/>
                </a:lnTo>
                <a:close/>
              </a:path>
            </a:pathLst>
          </a:custGeom>
          <a:gradFill>
            <a:gsLst>
              <a:gs pos="0">
                <a:schemeClr val="dk1"/>
              </a:gs>
              <a:gs pos="100000">
                <a:schemeClr val="l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0"/>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
  <p:cSld name="CUSTOM_2">
    <p:bg>
      <p:bgPr>
        <a:gradFill>
          <a:gsLst>
            <a:gs pos="0">
              <a:schemeClr val="dk1"/>
            </a:gs>
            <a:gs pos="100000">
              <a:schemeClr val="lt2"/>
            </a:gs>
          </a:gsLst>
          <a:lin ang="13500032" scaled="0"/>
        </a:gradFill>
        <a:effectLst/>
      </p:bgPr>
    </p:bg>
    <p:spTree>
      <p:nvGrpSpPr>
        <p:cNvPr id="1" name="Shape 244"/>
        <p:cNvGrpSpPr/>
        <p:nvPr/>
      </p:nvGrpSpPr>
      <p:grpSpPr>
        <a:xfrm>
          <a:off x="0" y="0"/>
          <a:ext cx="0" cy="0"/>
          <a:chOff x="0" y="0"/>
          <a:chExt cx="0" cy="0"/>
        </a:xfrm>
      </p:grpSpPr>
      <p:sp>
        <p:nvSpPr>
          <p:cNvPr id="245" name="Google Shape;245;p34"/>
          <p:cNvSpPr/>
          <p:nvPr/>
        </p:nvSpPr>
        <p:spPr>
          <a:xfrm rot="5400000" flipH="1">
            <a:off x="-673604" y="3351233"/>
            <a:ext cx="2457110" cy="1109836"/>
          </a:xfrm>
          <a:custGeom>
            <a:avLst/>
            <a:gdLst/>
            <a:ahLst/>
            <a:cxnLst/>
            <a:rect l="l" t="t" r="r" b="b"/>
            <a:pathLst>
              <a:path w="20490" h="9255" extrusionOk="0">
                <a:moveTo>
                  <a:pt x="14642" y="0"/>
                </a:moveTo>
                <a:cubicBezTo>
                  <a:pt x="13783" y="0"/>
                  <a:pt x="12865" y="97"/>
                  <a:pt x="11890" y="244"/>
                </a:cubicBezTo>
                <a:cubicBezTo>
                  <a:pt x="9563" y="600"/>
                  <a:pt x="6828" y="1348"/>
                  <a:pt x="4278" y="1348"/>
                </a:cubicBezTo>
                <a:cubicBezTo>
                  <a:pt x="2742" y="1348"/>
                  <a:pt x="1272" y="1076"/>
                  <a:pt x="0" y="282"/>
                </a:cubicBezTo>
                <a:lnTo>
                  <a:pt x="0" y="9254"/>
                </a:lnTo>
                <a:lnTo>
                  <a:pt x="18406" y="9254"/>
                </a:lnTo>
                <a:cubicBezTo>
                  <a:pt x="18432" y="9174"/>
                  <a:pt x="18460" y="9095"/>
                  <a:pt x="18486" y="9028"/>
                </a:cubicBezTo>
                <a:cubicBezTo>
                  <a:pt x="18989" y="7754"/>
                  <a:pt x="19827" y="6665"/>
                  <a:pt x="20145" y="5311"/>
                </a:cubicBezTo>
                <a:cubicBezTo>
                  <a:pt x="20489" y="3852"/>
                  <a:pt x="20066" y="2365"/>
                  <a:pt x="18884" y="1359"/>
                </a:cubicBezTo>
                <a:cubicBezTo>
                  <a:pt x="17692" y="348"/>
                  <a:pt x="16274" y="0"/>
                  <a:pt x="14642"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4"/>
          <p:cNvSpPr/>
          <p:nvPr/>
        </p:nvSpPr>
        <p:spPr>
          <a:xfrm>
            <a:off x="7713200" y="442490"/>
            <a:ext cx="1421590" cy="3590424"/>
          </a:xfrm>
          <a:custGeom>
            <a:avLst/>
            <a:gdLst/>
            <a:ahLst/>
            <a:cxnLst/>
            <a:rect l="l" t="t" r="r" b="b"/>
            <a:pathLst>
              <a:path w="12581" h="21220" extrusionOk="0">
                <a:moveTo>
                  <a:pt x="12581" y="0"/>
                </a:moveTo>
                <a:cubicBezTo>
                  <a:pt x="12275" y="519"/>
                  <a:pt x="11839" y="1035"/>
                  <a:pt x="11253" y="1567"/>
                </a:cubicBezTo>
                <a:cubicBezTo>
                  <a:pt x="9593" y="3080"/>
                  <a:pt x="8080" y="3453"/>
                  <a:pt x="6039" y="4274"/>
                </a:cubicBezTo>
                <a:cubicBezTo>
                  <a:pt x="4513" y="4899"/>
                  <a:pt x="1647" y="5800"/>
                  <a:pt x="1073" y="7418"/>
                </a:cubicBezTo>
                <a:cubicBezTo>
                  <a:pt x="0" y="10511"/>
                  <a:pt x="4179" y="11759"/>
                  <a:pt x="6265" y="14504"/>
                </a:cubicBezTo>
                <a:cubicBezTo>
                  <a:pt x="8335" y="17240"/>
                  <a:pt x="6529" y="19323"/>
                  <a:pt x="8998" y="20757"/>
                </a:cubicBezTo>
                <a:cubicBezTo>
                  <a:pt x="9565" y="21083"/>
                  <a:pt x="10172" y="21219"/>
                  <a:pt x="10784" y="21219"/>
                </a:cubicBezTo>
                <a:cubicBezTo>
                  <a:pt x="11390" y="21219"/>
                  <a:pt x="12000" y="21087"/>
                  <a:pt x="12581" y="20874"/>
                </a:cubicBezTo>
                <a:lnTo>
                  <a:pt x="12581" y="0"/>
                </a:lnTo>
                <a:close/>
              </a:path>
            </a:pathLst>
          </a:custGeom>
          <a:gradFill>
            <a:gsLst>
              <a:gs pos="0">
                <a:schemeClr val="dk1"/>
              </a:gs>
              <a:gs pos="50000">
                <a:schemeClr val="dk1"/>
              </a:gs>
              <a:gs pos="100000">
                <a:srgbClr val="FE3F75">
                  <a:alpha val="77647"/>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4"/>
          <p:cNvSpPr/>
          <p:nvPr/>
        </p:nvSpPr>
        <p:spPr>
          <a:xfrm rot="10800000" flipH="1">
            <a:off x="26" y="-32"/>
            <a:ext cx="1809584" cy="1875876"/>
          </a:xfrm>
          <a:custGeom>
            <a:avLst/>
            <a:gdLst/>
            <a:ahLst/>
            <a:cxnLst/>
            <a:rect l="l" t="t" r="r" b="b"/>
            <a:pathLst>
              <a:path w="13417" h="13908" extrusionOk="0">
                <a:moveTo>
                  <a:pt x="498" y="1"/>
                </a:moveTo>
                <a:cubicBezTo>
                  <a:pt x="333" y="1"/>
                  <a:pt x="167" y="10"/>
                  <a:pt x="1" y="25"/>
                </a:cubicBezTo>
                <a:lnTo>
                  <a:pt x="1" y="13908"/>
                </a:lnTo>
                <a:lnTo>
                  <a:pt x="12024" y="13908"/>
                </a:lnTo>
                <a:cubicBezTo>
                  <a:pt x="12343" y="13271"/>
                  <a:pt x="13416" y="11280"/>
                  <a:pt x="12368" y="9911"/>
                </a:cubicBezTo>
                <a:cubicBezTo>
                  <a:pt x="11467" y="8732"/>
                  <a:pt x="9753" y="8796"/>
                  <a:pt x="7470" y="8347"/>
                </a:cubicBezTo>
                <a:cubicBezTo>
                  <a:pt x="6116" y="8079"/>
                  <a:pt x="4896" y="7124"/>
                  <a:pt x="4234" y="5917"/>
                </a:cubicBezTo>
                <a:cubicBezTo>
                  <a:pt x="3836" y="5175"/>
                  <a:pt x="3689" y="4324"/>
                  <a:pt x="3609" y="3490"/>
                </a:cubicBezTo>
                <a:cubicBezTo>
                  <a:pt x="3530" y="2786"/>
                  <a:pt x="3504" y="2028"/>
                  <a:pt x="3157" y="1407"/>
                </a:cubicBezTo>
                <a:cubicBezTo>
                  <a:pt x="2772" y="703"/>
                  <a:pt x="2030" y="238"/>
                  <a:pt x="1259" y="79"/>
                </a:cubicBezTo>
                <a:cubicBezTo>
                  <a:pt x="1009" y="23"/>
                  <a:pt x="754" y="1"/>
                  <a:pt x="498" y="1"/>
                </a:cubicBezTo>
                <a:close/>
              </a:path>
            </a:pathLst>
          </a:custGeom>
          <a:gradFill>
            <a:gsLst>
              <a:gs pos="0">
                <a:schemeClr val="dk1"/>
              </a:gs>
              <a:gs pos="100000">
                <a:schemeClr val="l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4"/>
          <p:cNvSpPr/>
          <p:nvPr/>
        </p:nvSpPr>
        <p:spPr>
          <a:xfrm rot="10800000" flipH="1">
            <a:off x="3831168" y="4217764"/>
            <a:ext cx="4691007" cy="916957"/>
          </a:xfrm>
          <a:custGeom>
            <a:avLst/>
            <a:gdLst/>
            <a:ahLst/>
            <a:cxnLst/>
            <a:rect l="l" t="t" r="r" b="b"/>
            <a:pathLst>
              <a:path w="15939" h="6078" extrusionOk="0">
                <a:moveTo>
                  <a:pt x="440" y="0"/>
                </a:moveTo>
                <a:cubicBezTo>
                  <a:pt x="55" y="596"/>
                  <a:pt x="1" y="1408"/>
                  <a:pt x="587" y="1924"/>
                </a:cubicBezTo>
                <a:cubicBezTo>
                  <a:pt x="956" y="2255"/>
                  <a:pt x="1383" y="2376"/>
                  <a:pt x="1832" y="2376"/>
                </a:cubicBezTo>
                <a:cubicBezTo>
                  <a:pt x="2389" y="2376"/>
                  <a:pt x="2959" y="2204"/>
                  <a:pt x="3466" y="2029"/>
                </a:cubicBezTo>
                <a:cubicBezTo>
                  <a:pt x="3931" y="1886"/>
                  <a:pt x="4380" y="1790"/>
                  <a:pt x="4819" y="1790"/>
                </a:cubicBezTo>
                <a:cubicBezTo>
                  <a:pt x="5297" y="1790"/>
                  <a:pt x="5762" y="1898"/>
                  <a:pt x="6199" y="2188"/>
                </a:cubicBezTo>
                <a:cubicBezTo>
                  <a:pt x="7007" y="2720"/>
                  <a:pt x="7460" y="3663"/>
                  <a:pt x="8004" y="4434"/>
                </a:cubicBezTo>
                <a:cubicBezTo>
                  <a:pt x="8654" y="5360"/>
                  <a:pt x="9568" y="6077"/>
                  <a:pt x="10737" y="6077"/>
                </a:cubicBezTo>
                <a:cubicBezTo>
                  <a:pt x="10791" y="6077"/>
                  <a:pt x="10858" y="6077"/>
                  <a:pt x="10922" y="6064"/>
                </a:cubicBezTo>
                <a:cubicBezTo>
                  <a:pt x="12091" y="5985"/>
                  <a:pt x="13059" y="5214"/>
                  <a:pt x="13444" y="4115"/>
                </a:cubicBezTo>
                <a:cubicBezTo>
                  <a:pt x="13670" y="3491"/>
                  <a:pt x="13683" y="2825"/>
                  <a:pt x="13897" y="2204"/>
                </a:cubicBezTo>
                <a:cubicBezTo>
                  <a:pt x="14186" y="1341"/>
                  <a:pt x="14823" y="596"/>
                  <a:pt x="15607" y="159"/>
                </a:cubicBezTo>
                <a:cubicBezTo>
                  <a:pt x="15715" y="92"/>
                  <a:pt x="15833" y="38"/>
                  <a:pt x="15938"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2_1">
    <p:bg>
      <p:bgPr>
        <a:gradFill>
          <a:gsLst>
            <a:gs pos="0">
              <a:schemeClr val="dk1"/>
            </a:gs>
            <a:gs pos="50000">
              <a:schemeClr val="dk1"/>
            </a:gs>
            <a:gs pos="100000">
              <a:srgbClr val="FE3F75">
                <a:alpha val="77647"/>
              </a:srgbClr>
            </a:gs>
          </a:gsLst>
          <a:lin ang="16198662" scaled="0"/>
        </a:gradFill>
        <a:effectLst/>
      </p:bgPr>
    </p:bg>
    <p:spTree>
      <p:nvGrpSpPr>
        <p:cNvPr id="1" name="Shape 249"/>
        <p:cNvGrpSpPr/>
        <p:nvPr/>
      </p:nvGrpSpPr>
      <p:grpSpPr>
        <a:xfrm>
          <a:off x="0" y="0"/>
          <a:ext cx="0" cy="0"/>
          <a:chOff x="0" y="0"/>
          <a:chExt cx="0" cy="0"/>
        </a:xfrm>
      </p:grpSpPr>
      <p:sp>
        <p:nvSpPr>
          <p:cNvPr id="250" name="Google Shape;250;p35"/>
          <p:cNvSpPr/>
          <p:nvPr/>
        </p:nvSpPr>
        <p:spPr>
          <a:xfrm rot="-5400000" flipH="1">
            <a:off x="-1307327" y="1307351"/>
            <a:ext cx="3486332" cy="871679"/>
          </a:xfrm>
          <a:custGeom>
            <a:avLst/>
            <a:gdLst/>
            <a:ahLst/>
            <a:cxnLst/>
            <a:rect l="l" t="t" r="r" b="b"/>
            <a:pathLst>
              <a:path w="29316" h="7740" extrusionOk="0">
                <a:moveTo>
                  <a:pt x="1" y="1"/>
                </a:moveTo>
                <a:lnTo>
                  <a:pt x="1" y="5428"/>
                </a:lnTo>
                <a:cubicBezTo>
                  <a:pt x="755" y="6371"/>
                  <a:pt x="1740" y="7100"/>
                  <a:pt x="2905" y="7514"/>
                </a:cubicBezTo>
                <a:cubicBezTo>
                  <a:pt x="3357" y="7670"/>
                  <a:pt x="3816" y="7740"/>
                  <a:pt x="4272" y="7740"/>
                </a:cubicBezTo>
                <a:cubicBezTo>
                  <a:pt x="5559" y="7740"/>
                  <a:pt x="6829" y="7186"/>
                  <a:pt x="7896" y="6450"/>
                </a:cubicBezTo>
                <a:cubicBezTo>
                  <a:pt x="9422" y="5403"/>
                  <a:pt x="10750" y="3851"/>
                  <a:pt x="12581" y="3307"/>
                </a:cubicBezTo>
                <a:cubicBezTo>
                  <a:pt x="13107" y="3154"/>
                  <a:pt x="13609" y="3082"/>
                  <a:pt x="14093" y="3082"/>
                </a:cubicBezTo>
                <a:cubicBezTo>
                  <a:pt x="15372" y="3082"/>
                  <a:pt x="16528" y="3578"/>
                  <a:pt x="17665" y="4367"/>
                </a:cubicBezTo>
                <a:cubicBezTo>
                  <a:pt x="19216" y="5457"/>
                  <a:pt x="20611" y="6970"/>
                  <a:pt x="22573" y="7259"/>
                </a:cubicBezTo>
                <a:cubicBezTo>
                  <a:pt x="22894" y="7307"/>
                  <a:pt x="23214" y="7331"/>
                  <a:pt x="23532" y="7331"/>
                </a:cubicBezTo>
                <a:cubicBezTo>
                  <a:pt x="25342" y="7331"/>
                  <a:pt x="27045" y="6554"/>
                  <a:pt x="28028" y="4950"/>
                </a:cubicBezTo>
                <a:cubicBezTo>
                  <a:pt x="28678" y="3890"/>
                  <a:pt x="28943" y="2641"/>
                  <a:pt x="29156" y="1421"/>
                </a:cubicBezTo>
                <a:cubicBezTo>
                  <a:pt x="29248" y="944"/>
                  <a:pt x="29302" y="466"/>
                  <a:pt x="29315" y="1"/>
                </a:cubicBezTo>
                <a:close/>
              </a:path>
            </a:pathLst>
          </a:custGeom>
          <a:gradFill>
            <a:gsLst>
              <a:gs pos="0">
                <a:schemeClr val="dk1"/>
              </a:gs>
              <a:gs pos="100000">
                <a:srgbClr val="FE3F75">
                  <a:alpha val="77647"/>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5"/>
          <p:cNvSpPr/>
          <p:nvPr/>
        </p:nvSpPr>
        <p:spPr>
          <a:xfrm rot="-5400000" flipH="1">
            <a:off x="6653449" y="2650575"/>
            <a:ext cx="3093875" cy="1887223"/>
          </a:xfrm>
          <a:custGeom>
            <a:avLst/>
            <a:gdLst/>
            <a:ahLst/>
            <a:cxnLst/>
            <a:rect l="l" t="t" r="r" b="b"/>
            <a:pathLst>
              <a:path w="26500" h="16165" extrusionOk="0">
                <a:moveTo>
                  <a:pt x="23528" y="1"/>
                </a:moveTo>
                <a:cubicBezTo>
                  <a:pt x="22241" y="1"/>
                  <a:pt x="20754" y="307"/>
                  <a:pt x="19467" y="1116"/>
                </a:cubicBezTo>
                <a:cubicBezTo>
                  <a:pt x="18273" y="1870"/>
                  <a:pt x="17438" y="2985"/>
                  <a:pt x="16801" y="4246"/>
                </a:cubicBezTo>
                <a:cubicBezTo>
                  <a:pt x="16123" y="5587"/>
                  <a:pt x="15712" y="7033"/>
                  <a:pt x="15034" y="8374"/>
                </a:cubicBezTo>
                <a:cubicBezTo>
                  <a:pt x="14464" y="9527"/>
                  <a:pt x="13680" y="10670"/>
                  <a:pt x="12553" y="11346"/>
                </a:cubicBezTo>
                <a:cubicBezTo>
                  <a:pt x="11877" y="11731"/>
                  <a:pt x="11161" y="11878"/>
                  <a:pt x="10415" y="11878"/>
                </a:cubicBezTo>
                <a:cubicBezTo>
                  <a:pt x="9581" y="11878"/>
                  <a:pt x="8718" y="11693"/>
                  <a:pt x="7896" y="11492"/>
                </a:cubicBezTo>
                <a:cubicBezTo>
                  <a:pt x="7390" y="11358"/>
                  <a:pt x="6832" y="11241"/>
                  <a:pt x="6291" y="11241"/>
                </a:cubicBezTo>
                <a:cubicBezTo>
                  <a:pt x="5587" y="11241"/>
                  <a:pt x="4921" y="11454"/>
                  <a:pt x="4523" y="12155"/>
                </a:cubicBezTo>
                <a:cubicBezTo>
                  <a:pt x="4221" y="12661"/>
                  <a:pt x="4141" y="13378"/>
                  <a:pt x="3647" y="13747"/>
                </a:cubicBezTo>
                <a:cubicBezTo>
                  <a:pt x="3291" y="14015"/>
                  <a:pt x="2838" y="14027"/>
                  <a:pt x="2389" y="14027"/>
                </a:cubicBezTo>
                <a:lnTo>
                  <a:pt x="2163" y="14027"/>
                </a:lnTo>
                <a:cubicBezTo>
                  <a:pt x="2004" y="14027"/>
                  <a:pt x="1845" y="14027"/>
                  <a:pt x="1698" y="14053"/>
                </a:cubicBezTo>
                <a:cubicBezTo>
                  <a:pt x="1074" y="14120"/>
                  <a:pt x="383" y="14359"/>
                  <a:pt x="144" y="14996"/>
                </a:cubicBezTo>
                <a:cubicBezTo>
                  <a:pt x="1" y="15394"/>
                  <a:pt x="64" y="15805"/>
                  <a:pt x="252" y="16165"/>
                </a:cubicBezTo>
                <a:lnTo>
                  <a:pt x="26500" y="16165"/>
                </a:lnTo>
                <a:lnTo>
                  <a:pt x="26500" y="756"/>
                </a:lnTo>
                <a:cubicBezTo>
                  <a:pt x="26076" y="345"/>
                  <a:pt x="24923" y="1"/>
                  <a:pt x="23528" y="1"/>
                </a:cubicBezTo>
                <a:close/>
              </a:path>
            </a:pathLst>
          </a:custGeom>
          <a:gradFill>
            <a:gsLst>
              <a:gs pos="0">
                <a:schemeClr val="dk2"/>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5"/>
          <p:cNvSpPr/>
          <p:nvPr/>
        </p:nvSpPr>
        <p:spPr>
          <a:xfrm rot="10800000">
            <a:off x="3" y="3901784"/>
            <a:ext cx="3250002" cy="1239319"/>
          </a:xfrm>
          <a:custGeom>
            <a:avLst/>
            <a:gdLst/>
            <a:ahLst/>
            <a:cxnLst/>
            <a:rect l="l" t="t" r="r" b="b"/>
            <a:pathLst>
              <a:path w="15939" h="6078" extrusionOk="0">
                <a:moveTo>
                  <a:pt x="440" y="0"/>
                </a:moveTo>
                <a:cubicBezTo>
                  <a:pt x="55" y="596"/>
                  <a:pt x="1" y="1408"/>
                  <a:pt x="587" y="1924"/>
                </a:cubicBezTo>
                <a:cubicBezTo>
                  <a:pt x="956" y="2255"/>
                  <a:pt x="1383" y="2376"/>
                  <a:pt x="1832" y="2376"/>
                </a:cubicBezTo>
                <a:cubicBezTo>
                  <a:pt x="2389" y="2376"/>
                  <a:pt x="2959" y="2204"/>
                  <a:pt x="3466" y="2029"/>
                </a:cubicBezTo>
                <a:cubicBezTo>
                  <a:pt x="3931" y="1886"/>
                  <a:pt x="4380" y="1790"/>
                  <a:pt x="4819" y="1790"/>
                </a:cubicBezTo>
                <a:cubicBezTo>
                  <a:pt x="5297" y="1790"/>
                  <a:pt x="5762" y="1898"/>
                  <a:pt x="6199" y="2188"/>
                </a:cubicBezTo>
                <a:cubicBezTo>
                  <a:pt x="7007" y="2720"/>
                  <a:pt x="7460" y="3663"/>
                  <a:pt x="8004" y="4434"/>
                </a:cubicBezTo>
                <a:cubicBezTo>
                  <a:pt x="8654" y="5360"/>
                  <a:pt x="9568" y="6077"/>
                  <a:pt x="10737" y="6077"/>
                </a:cubicBezTo>
                <a:cubicBezTo>
                  <a:pt x="10791" y="6077"/>
                  <a:pt x="10858" y="6077"/>
                  <a:pt x="10922" y="6064"/>
                </a:cubicBezTo>
                <a:cubicBezTo>
                  <a:pt x="12091" y="5985"/>
                  <a:pt x="13059" y="5214"/>
                  <a:pt x="13444" y="4115"/>
                </a:cubicBezTo>
                <a:cubicBezTo>
                  <a:pt x="13670" y="3491"/>
                  <a:pt x="13683" y="2825"/>
                  <a:pt x="13897" y="2204"/>
                </a:cubicBezTo>
                <a:cubicBezTo>
                  <a:pt x="14186" y="1341"/>
                  <a:pt x="14823" y="596"/>
                  <a:pt x="15607" y="159"/>
                </a:cubicBezTo>
                <a:cubicBezTo>
                  <a:pt x="15715" y="92"/>
                  <a:pt x="15833" y="38"/>
                  <a:pt x="15938"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2">
  <p:cSld name="CUSTOM_2_2">
    <p:bg>
      <p:bgPr>
        <a:gradFill>
          <a:gsLst>
            <a:gs pos="0">
              <a:srgbClr val="322350">
                <a:alpha val="90196"/>
              </a:srgbClr>
            </a:gs>
            <a:gs pos="100000">
              <a:srgbClr val="FE3F75">
                <a:alpha val="72156"/>
              </a:srgbClr>
            </a:gs>
          </a:gsLst>
          <a:lin ang="18900044" scaled="0"/>
        </a:gradFill>
        <a:effectLst/>
      </p:bgPr>
    </p:bg>
    <p:spTree>
      <p:nvGrpSpPr>
        <p:cNvPr id="1" name="Shape 253"/>
        <p:cNvGrpSpPr/>
        <p:nvPr/>
      </p:nvGrpSpPr>
      <p:grpSpPr>
        <a:xfrm>
          <a:off x="0" y="0"/>
          <a:ext cx="0" cy="0"/>
          <a:chOff x="0" y="0"/>
          <a:chExt cx="0" cy="0"/>
        </a:xfrm>
      </p:grpSpPr>
      <p:sp>
        <p:nvSpPr>
          <p:cNvPr id="254" name="Google Shape;254;p36"/>
          <p:cNvSpPr/>
          <p:nvPr/>
        </p:nvSpPr>
        <p:spPr>
          <a:xfrm rot="-5400000" flipH="1">
            <a:off x="7419689" y="3419923"/>
            <a:ext cx="1676010" cy="1772594"/>
          </a:xfrm>
          <a:custGeom>
            <a:avLst/>
            <a:gdLst/>
            <a:ahLst/>
            <a:cxnLst/>
            <a:rect l="l" t="t" r="r" b="b"/>
            <a:pathLst>
              <a:path w="14253" h="15075" extrusionOk="0">
                <a:moveTo>
                  <a:pt x="14253" y="0"/>
                </a:moveTo>
                <a:cubicBezTo>
                  <a:pt x="13377" y="1949"/>
                  <a:pt x="11839" y="2905"/>
                  <a:pt x="8386" y="3462"/>
                </a:cubicBezTo>
                <a:cubicBezTo>
                  <a:pt x="6278" y="3794"/>
                  <a:pt x="4208" y="3408"/>
                  <a:pt x="2720" y="5558"/>
                </a:cubicBezTo>
                <a:cubicBezTo>
                  <a:pt x="1647" y="7100"/>
                  <a:pt x="2004" y="8969"/>
                  <a:pt x="2217" y="10750"/>
                </a:cubicBezTo>
                <a:cubicBezTo>
                  <a:pt x="2469" y="12820"/>
                  <a:pt x="1287" y="14107"/>
                  <a:pt x="0" y="15075"/>
                </a:cubicBezTo>
                <a:lnTo>
                  <a:pt x="14253" y="15075"/>
                </a:lnTo>
                <a:lnTo>
                  <a:pt x="14253" y="0"/>
                </a:lnTo>
                <a:close/>
              </a:path>
            </a:pathLst>
          </a:custGeom>
          <a:gradFill>
            <a:gsLst>
              <a:gs pos="0">
                <a:schemeClr val="dk1"/>
              </a:gs>
              <a:gs pos="100000">
                <a:schemeClr val="lt2"/>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6"/>
          <p:cNvSpPr/>
          <p:nvPr/>
        </p:nvSpPr>
        <p:spPr>
          <a:xfrm flipH="1">
            <a:off x="7" y="2773019"/>
            <a:ext cx="3532318" cy="2371163"/>
          </a:xfrm>
          <a:custGeom>
            <a:avLst/>
            <a:gdLst/>
            <a:ahLst/>
            <a:cxnLst/>
            <a:rect l="l" t="t" r="r" b="b"/>
            <a:pathLst>
              <a:path w="26500" h="16165" extrusionOk="0">
                <a:moveTo>
                  <a:pt x="23528" y="1"/>
                </a:moveTo>
                <a:cubicBezTo>
                  <a:pt x="22241" y="1"/>
                  <a:pt x="20754" y="307"/>
                  <a:pt x="19467" y="1116"/>
                </a:cubicBezTo>
                <a:cubicBezTo>
                  <a:pt x="18273" y="1870"/>
                  <a:pt x="17438" y="2985"/>
                  <a:pt x="16801" y="4246"/>
                </a:cubicBezTo>
                <a:cubicBezTo>
                  <a:pt x="16123" y="5587"/>
                  <a:pt x="15712" y="7033"/>
                  <a:pt x="15034" y="8374"/>
                </a:cubicBezTo>
                <a:cubicBezTo>
                  <a:pt x="14464" y="9527"/>
                  <a:pt x="13680" y="10670"/>
                  <a:pt x="12553" y="11346"/>
                </a:cubicBezTo>
                <a:cubicBezTo>
                  <a:pt x="11877" y="11731"/>
                  <a:pt x="11161" y="11878"/>
                  <a:pt x="10415" y="11878"/>
                </a:cubicBezTo>
                <a:cubicBezTo>
                  <a:pt x="9581" y="11878"/>
                  <a:pt x="8718" y="11693"/>
                  <a:pt x="7896" y="11492"/>
                </a:cubicBezTo>
                <a:cubicBezTo>
                  <a:pt x="7390" y="11358"/>
                  <a:pt x="6832" y="11241"/>
                  <a:pt x="6291" y="11241"/>
                </a:cubicBezTo>
                <a:cubicBezTo>
                  <a:pt x="5587" y="11241"/>
                  <a:pt x="4921" y="11454"/>
                  <a:pt x="4523" y="12155"/>
                </a:cubicBezTo>
                <a:cubicBezTo>
                  <a:pt x="4221" y="12661"/>
                  <a:pt x="4141" y="13378"/>
                  <a:pt x="3647" y="13747"/>
                </a:cubicBezTo>
                <a:cubicBezTo>
                  <a:pt x="3291" y="14015"/>
                  <a:pt x="2838" y="14027"/>
                  <a:pt x="2389" y="14027"/>
                </a:cubicBezTo>
                <a:lnTo>
                  <a:pt x="2163" y="14027"/>
                </a:lnTo>
                <a:cubicBezTo>
                  <a:pt x="2004" y="14027"/>
                  <a:pt x="1845" y="14027"/>
                  <a:pt x="1698" y="14053"/>
                </a:cubicBezTo>
                <a:cubicBezTo>
                  <a:pt x="1074" y="14120"/>
                  <a:pt x="383" y="14359"/>
                  <a:pt x="144" y="14996"/>
                </a:cubicBezTo>
                <a:cubicBezTo>
                  <a:pt x="1" y="15394"/>
                  <a:pt x="64" y="15805"/>
                  <a:pt x="252" y="16165"/>
                </a:cubicBezTo>
                <a:lnTo>
                  <a:pt x="26500" y="16165"/>
                </a:lnTo>
                <a:lnTo>
                  <a:pt x="26500" y="756"/>
                </a:lnTo>
                <a:cubicBezTo>
                  <a:pt x="26076" y="345"/>
                  <a:pt x="24923" y="1"/>
                  <a:pt x="23528" y="1"/>
                </a:cubicBezTo>
                <a:close/>
              </a:path>
            </a:pathLst>
          </a:custGeom>
          <a:gradFill>
            <a:gsLst>
              <a:gs pos="0">
                <a:schemeClr val="dk2"/>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6"/>
          <p:cNvSpPr/>
          <p:nvPr/>
        </p:nvSpPr>
        <p:spPr>
          <a:xfrm flipH="1">
            <a:off x="-55" y="-30"/>
            <a:ext cx="6124980" cy="896168"/>
          </a:xfrm>
          <a:custGeom>
            <a:avLst/>
            <a:gdLst/>
            <a:ahLst/>
            <a:cxnLst/>
            <a:rect l="l" t="t" r="r" b="b"/>
            <a:pathLst>
              <a:path w="31226" h="7128" extrusionOk="0">
                <a:moveTo>
                  <a:pt x="0" y="1"/>
                </a:moveTo>
                <a:cubicBezTo>
                  <a:pt x="1501" y="663"/>
                  <a:pt x="2443" y="1953"/>
                  <a:pt x="3399" y="3227"/>
                </a:cubicBezTo>
                <a:cubicBezTo>
                  <a:pt x="4958" y="5282"/>
                  <a:pt x="7628" y="7127"/>
                  <a:pt x="10257" y="7127"/>
                </a:cubicBezTo>
                <a:cubicBezTo>
                  <a:pt x="10802" y="7127"/>
                  <a:pt x="11346" y="7048"/>
                  <a:pt x="11877" y="6874"/>
                </a:cubicBezTo>
                <a:cubicBezTo>
                  <a:pt x="15686" y="5642"/>
                  <a:pt x="15607" y="3466"/>
                  <a:pt x="19270" y="2813"/>
                </a:cubicBezTo>
                <a:cubicBezTo>
                  <a:pt x="19627" y="2751"/>
                  <a:pt x="19982" y="2724"/>
                  <a:pt x="20336" y="2724"/>
                </a:cubicBezTo>
                <a:cubicBezTo>
                  <a:pt x="22662" y="2724"/>
                  <a:pt x="24932" y="3888"/>
                  <a:pt x="27347" y="3888"/>
                </a:cubicBezTo>
                <a:cubicBezTo>
                  <a:pt x="27691" y="3888"/>
                  <a:pt x="28038" y="3864"/>
                  <a:pt x="28388" y="3810"/>
                </a:cubicBezTo>
                <a:cubicBezTo>
                  <a:pt x="30245" y="3517"/>
                  <a:pt x="31159" y="1899"/>
                  <a:pt x="31226"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6"/>
          <p:cNvSpPr/>
          <p:nvPr/>
        </p:nvSpPr>
        <p:spPr>
          <a:xfrm rot="10800000" flipH="1">
            <a:off x="7786875" y="692"/>
            <a:ext cx="1357135" cy="1435328"/>
          </a:xfrm>
          <a:custGeom>
            <a:avLst/>
            <a:gdLst/>
            <a:ahLst/>
            <a:cxnLst/>
            <a:rect l="l" t="t" r="r" b="b"/>
            <a:pathLst>
              <a:path w="14253" h="15075" extrusionOk="0">
                <a:moveTo>
                  <a:pt x="14253" y="0"/>
                </a:moveTo>
                <a:cubicBezTo>
                  <a:pt x="13377" y="1949"/>
                  <a:pt x="11839" y="2905"/>
                  <a:pt x="8386" y="3462"/>
                </a:cubicBezTo>
                <a:cubicBezTo>
                  <a:pt x="6278" y="3794"/>
                  <a:pt x="4208" y="3408"/>
                  <a:pt x="2720" y="5558"/>
                </a:cubicBezTo>
                <a:cubicBezTo>
                  <a:pt x="1647" y="7100"/>
                  <a:pt x="2004" y="8969"/>
                  <a:pt x="2217" y="10750"/>
                </a:cubicBezTo>
                <a:cubicBezTo>
                  <a:pt x="2469" y="12820"/>
                  <a:pt x="1287" y="14107"/>
                  <a:pt x="0" y="15075"/>
                </a:cubicBezTo>
                <a:lnTo>
                  <a:pt x="14253" y="15075"/>
                </a:lnTo>
                <a:lnTo>
                  <a:pt x="14253" y="0"/>
                </a:ln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dk1"/>
            </a:gs>
            <a:gs pos="50000">
              <a:schemeClr val="dk1"/>
            </a:gs>
            <a:gs pos="100000">
              <a:srgbClr val="FE3F75">
                <a:alpha val="77647"/>
              </a:srgbClr>
            </a:gs>
          </a:gsLst>
          <a:lin ang="5400012"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accent2"/>
              </a:buClr>
              <a:buSzPts val="3000"/>
              <a:buFont typeface="Prata"/>
              <a:buNone/>
              <a:defRPr sz="3000">
                <a:solidFill>
                  <a:schemeClr val="accent2"/>
                </a:solidFill>
                <a:latin typeface="Prata"/>
                <a:ea typeface="Prata"/>
                <a:cs typeface="Prata"/>
                <a:sym typeface="Prata"/>
              </a:defRPr>
            </a:lvl1pPr>
            <a:lvl2pPr lvl="1" rtl="0">
              <a:spcBef>
                <a:spcPts val="0"/>
              </a:spcBef>
              <a:spcAft>
                <a:spcPts val="0"/>
              </a:spcAft>
              <a:buClr>
                <a:schemeClr val="accent2"/>
              </a:buClr>
              <a:buSzPts val="2800"/>
              <a:buNone/>
              <a:defRPr sz="2800">
                <a:solidFill>
                  <a:schemeClr val="accent2"/>
                </a:solidFill>
              </a:defRPr>
            </a:lvl2pPr>
            <a:lvl3pPr lvl="2" rtl="0">
              <a:spcBef>
                <a:spcPts val="0"/>
              </a:spcBef>
              <a:spcAft>
                <a:spcPts val="0"/>
              </a:spcAft>
              <a:buClr>
                <a:schemeClr val="accent2"/>
              </a:buClr>
              <a:buSzPts val="2800"/>
              <a:buNone/>
              <a:defRPr sz="2800">
                <a:solidFill>
                  <a:schemeClr val="accent2"/>
                </a:solidFill>
              </a:defRPr>
            </a:lvl3pPr>
            <a:lvl4pPr lvl="3" rtl="0">
              <a:spcBef>
                <a:spcPts val="0"/>
              </a:spcBef>
              <a:spcAft>
                <a:spcPts val="0"/>
              </a:spcAft>
              <a:buClr>
                <a:schemeClr val="accent2"/>
              </a:buClr>
              <a:buSzPts val="2800"/>
              <a:buNone/>
              <a:defRPr sz="2800">
                <a:solidFill>
                  <a:schemeClr val="accent2"/>
                </a:solidFill>
              </a:defRPr>
            </a:lvl4pPr>
            <a:lvl5pPr lvl="4" rtl="0">
              <a:spcBef>
                <a:spcPts val="0"/>
              </a:spcBef>
              <a:spcAft>
                <a:spcPts val="0"/>
              </a:spcAft>
              <a:buClr>
                <a:schemeClr val="accent2"/>
              </a:buClr>
              <a:buSzPts val="2800"/>
              <a:buNone/>
              <a:defRPr sz="2800">
                <a:solidFill>
                  <a:schemeClr val="accent2"/>
                </a:solidFill>
              </a:defRPr>
            </a:lvl5pPr>
            <a:lvl6pPr lvl="5" rtl="0">
              <a:spcBef>
                <a:spcPts val="0"/>
              </a:spcBef>
              <a:spcAft>
                <a:spcPts val="0"/>
              </a:spcAft>
              <a:buClr>
                <a:schemeClr val="accent2"/>
              </a:buClr>
              <a:buSzPts val="2800"/>
              <a:buNone/>
              <a:defRPr sz="2800">
                <a:solidFill>
                  <a:schemeClr val="accent2"/>
                </a:solidFill>
              </a:defRPr>
            </a:lvl6pPr>
            <a:lvl7pPr lvl="6" rtl="0">
              <a:spcBef>
                <a:spcPts val="0"/>
              </a:spcBef>
              <a:spcAft>
                <a:spcPts val="0"/>
              </a:spcAft>
              <a:buClr>
                <a:schemeClr val="accent2"/>
              </a:buClr>
              <a:buSzPts val="2800"/>
              <a:buNone/>
              <a:defRPr sz="2800">
                <a:solidFill>
                  <a:schemeClr val="accent2"/>
                </a:solidFill>
              </a:defRPr>
            </a:lvl7pPr>
            <a:lvl8pPr lvl="7" rtl="0">
              <a:spcBef>
                <a:spcPts val="0"/>
              </a:spcBef>
              <a:spcAft>
                <a:spcPts val="0"/>
              </a:spcAft>
              <a:buClr>
                <a:schemeClr val="accent2"/>
              </a:buClr>
              <a:buSzPts val="2800"/>
              <a:buNone/>
              <a:defRPr sz="2800">
                <a:solidFill>
                  <a:schemeClr val="accent2"/>
                </a:solidFill>
              </a:defRPr>
            </a:lvl8pPr>
            <a:lvl9pPr lvl="8" rtl="0">
              <a:spcBef>
                <a:spcPts val="0"/>
              </a:spcBef>
              <a:spcAft>
                <a:spcPts val="0"/>
              </a:spcAft>
              <a:buClr>
                <a:schemeClr val="accent2"/>
              </a:buClr>
              <a:buSzPts val="2800"/>
              <a:buNone/>
              <a:defRPr sz="2800">
                <a:solidFill>
                  <a:schemeClr val="accent2"/>
                </a:solidFill>
              </a:defRPr>
            </a:lvl9pPr>
          </a:lstStyle>
          <a:p>
            <a:endParaRPr/>
          </a:p>
        </p:txBody>
      </p:sp>
      <p:sp>
        <p:nvSpPr>
          <p:cNvPr id="7" name="Google Shape;7;p1"/>
          <p:cNvSpPr txBox="1">
            <a:spLocks noGrp="1"/>
          </p:cNvSpPr>
          <p:nvPr>
            <p:ph type="body" idx="1"/>
          </p:nvPr>
        </p:nvSpPr>
        <p:spPr>
          <a:xfrm>
            <a:off x="720000" y="1152475"/>
            <a:ext cx="7704000" cy="3450900"/>
          </a:xfrm>
          <a:prstGeom prst="rect">
            <a:avLst/>
          </a:prstGeom>
          <a:noFill/>
          <a:ln>
            <a:noFill/>
          </a:ln>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1pPr>
            <a:lvl2pPr marL="914400" lvl="1" indent="-317500" rtl="0">
              <a:lnSpc>
                <a:spcPct val="100000"/>
              </a:lnSpc>
              <a:spcBef>
                <a:spcPts val="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2pPr>
            <a:lvl3pPr marL="1371600" lvl="2" indent="-317500" rtl="0">
              <a:lnSpc>
                <a:spcPct val="100000"/>
              </a:lnSpc>
              <a:spcBef>
                <a:spcPts val="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3pPr>
            <a:lvl4pPr marL="1828800" lvl="3" indent="-317500" rtl="0">
              <a:lnSpc>
                <a:spcPct val="100000"/>
              </a:lnSpc>
              <a:spcBef>
                <a:spcPts val="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4pPr>
            <a:lvl5pPr marL="2286000" lvl="4" indent="-317500" rtl="0">
              <a:lnSpc>
                <a:spcPct val="100000"/>
              </a:lnSpc>
              <a:spcBef>
                <a:spcPts val="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5pPr>
            <a:lvl6pPr marL="2743200" lvl="5" indent="-317500" rtl="0">
              <a:lnSpc>
                <a:spcPct val="100000"/>
              </a:lnSpc>
              <a:spcBef>
                <a:spcPts val="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6pPr>
            <a:lvl7pPr marL="3200400" lvl="6" indent="-317500" rtl="0">
              <a:lnSpc>
                <a:spcPct val="100000"/>
              </a:lnSpc>
              <a:spcBef>
                <a:spcPts val="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7pPr>
            <a:lvl8pPr marL="3657600" lvl="7" indent="-317500" rtl="0">
              <a:lnSpc>
                <a:spcPct val="100000"/>
              </a:lnSpc>
              <a:spcBef>
                <a:spcPts val="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8pPr>
            <a:lvl9pPr marL="4114800" lvl="8" indent="-317500" rtl="0">
              <a:lnSpc>
                <a:spcPct val="100000"/>
              </a:lnSpc>
              <a:spcBef>
                <a:spcPts val="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8" r:id="rId5"/>
    <p:sldLayoutId id="2147483659" r:id="rId6"/>
    <p:sldLayoutId id="2147483666" r:id="rId7"/>
    <p:sldLayoutId id="2147483680" r:id="rId8"/>
    <p:sldLayoutId id="2147483681" r:id="rId9"/>
    <p:sldLayoutId id="2147483682"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dictionary.cambridge.org/tr/s%C3%B6zl%C3%BCk/ingilizce-t%C3%BCrk%C3%A7e/time" TargetMode="External"/><Relationship Id="rId13" Type="http://schemas.openxmlformats.org/officeDocument/2006/relationships/hyperlink" Target="https://dictionary.cambridge.org/tr/s%C3%B6zl%C3%BCk/ingilizce-t%C3%BCrk%C3%A7e/intersection" TargetMode="External"/><Relationship Id="rId18" Type="http://schemas.openxmlformats.org/officeDocument/2006/relationships/hyperlink" Target="https://dictionary.cambridge.org/tr/s%C3%B6zl%C3%BCk/ingilizce-t%C3%BCrk%C3%A7e/are" TargetMode="External"/><Relationship Id="rId26" Type="http://schemas.openxmlformats.org/officeDocument/2006/relationships/image" Target="../media/image3.jpeg"/><Relationship Id="rId3" Type="http://schemas.openxmlformats.org/officeDocument/2006/relationships/hyperlink" Target="https://dictionary.cambridge.org/tr/s%C3%B6zl%C3%BCk/ingilizce-t%C3%BCrk%C3%A7e/who" TargetMode="External"/><Relationship Id="rId21" Type="http://schemas.openxmlformats.org/officeDocument/2006/relationships/hyperlink" Target="https://dictionary.cambridge.org/tr/s%C3%B6zl%C3%BCk/ingilizce-t%C3%BCrk%C3%A7e/dr" TargetMode="External"/><Relationship Id="rId7" Type="http://schemas.openxmlformats.org/officeDocument/2006/relationships/hyperlink" Target="https://dictionary.cambridge.org/tr/s%C3%B6zl%C3%BCk/ingilizce-t%C3%BCrk%C3%A7e/university" TargetMode="External"/><Relationship Id="rId12" Type="http://schemas.openxmlformats.org/officeDocument/2006/relationships/hyperlink" Target="https://dictionary.cambridge.org/tr/s%C3%B6zl%C3%BCk/ingilizce-t%C3%BCrk%C3%A7e/the" TargetMode="External"/><Relationship Id="rId17" Type="http://schemas.openxmlformats.org/officeDocument/2006/relationships/hyperlink" Target="https://dictionary.cambridge.org/tr/s%C3%B6zl%C3%BCk/ingilizce-t%C3%BCrk%C3%A7e/system" TargetMode="External"/><Relationship Id="rId25" Type="http://schemas.openxmlformats.org/officeDocument/2006/relationships/image" Target="../media/image2.jpeg"/><Relationship Id="rId2" Type="http://schemas.openxmlformats.org/officeDocument/2006/relationships/notesSlide" Target="../notesSlides/notesSlide2.xml"/><Relationship Id="rId16" Type="http://schemas.openxmlformats.org/officeDocument/2006/relationships/hyperlink" Target="https://dictionary.cambridge.org/tr/s%C3%B6zl%C3%BCk/ingilizce-t%C3%BCrk%C3%A7e/legal" TargetMode="External"/><Relationship Id="rId20" Type="http://schemas.openxmlformats.org/officeDocument/2006/relationships/hyperlink" Target="https://dictionary.cambridge.org/tr/s%C3%B6zl%C3%BCk/ingilizce-t%C3%BCrk%C3%A7e/that" TargetMode="External"/><Relationship Id="rId1" Type="http://schemas.openxmlformats.org/officeDocument/2006/relationships/slideLayout" Target="../slideLayouts/slideLayout3.xml"/><Relationship Id="rId6" Type="http://schemas.openxmlformats.org/officeDocument/2006/relationships/hyperlink" Target="https://dictionary.cambridge.org/tr/s%C3%B6zl%C3%BCk/ingilizce-t%C3%BCrk%C3%A7e/at" TargetMode="External"/><Relationship Id="rId11" Type="http://schemas.openxmlformats.org/officeDocument/2006/relationships/hyperlink" Target="https://dictionary.cambridge.org/tr/s%C3%B6zl%C3%BCk/ingilizce-t%C3%BCrk%C3%A7e/and" TargetMode="External"/><Relationship Id="rId24" Type="http://schemas.openxmlformats.org/officeDocument/2006/relationships/image" Target="../media/image1.jpeg"/><Relationship Id="rId5" Type="http://schemas.openxmlformats.org/officeDocument/2006/relationships/hyperlink" Target="https://dictionary.cambridge.org/tr/s%C3%B6zl%C3%BCk/ingilizce-t%C3%BCrk%C3%A7e/david" TargetMode="External"/><Relationship Id="rId15" Type="http://schemas.openxmlformats.org/officeDocument/2006/relationships/hyperlink" Target="https://dictionary.cambridge.org/tr/s%C3%B6zl%C3%BCk/ingilizce-t%C3%BCrk%C3%A7e/with" TargetMode="External"/><Relationship Id="rId23" Type="http://schemas.openxmlformats.org/officeDocument/2006/relationships/hyperlink" Target="https://dictionary.cambridge.org/tr/s%C3%B6zl%C3%BCk/ingilizce-t%C3%BCrk%C3%A7e/on" TargetMode="External"/><Relationship Id="rId10" Type="http://schemas.openxmlformats.org/officeDocument/2006/relationships/hyperlink" Target="https://dictionary.cambridge.org/tr/s%C3%B6zl%C3%BCk/ingilizce-t%C3%BCrk%C3%A7e/vision" TargetMode="External"/><Relationship Id="rId19" Type="http://schemas.openxmlformats.org/officeDocument/2006/relationships/hyperlink" Target="https://dictionary.cambridge.org/tr/s%C3%B6zl%C3%BCk/ingilizce-t%C3%BCrk%C3%A7e/main" TargetMode="External"/><Relationship Id="rId4" Type="http://schemas.openxmlformats.org/officeDocument/2006/relationships/hyperlink" Target="https://dictionary.cambridge.org/tr/s%C3%B6zl%C3%BCk/ingilizce-t%C3%BCrk%C3%A7e/is" TargetMode="External"/><Relationship Id="rId9" Type="http://schemas.openxmlformats.org/officeDocument/2006/relationships/hyperlink" Target="https://dictionary.cambridge.org/tr/s%C3%B6zl%C3%BCk/ingilizce-t%C3%BCrk%C3%A7e/perception" TargetMode="External"/><Relationship Id="rId14" Type="http://schemas.openxmlformats.org/officeDocument/2006/relationships/hyperlink" Target="https://dictionary.cambridge.org/tr/s%C3%B6zl%C3%BCk/ingilizce-t%C3%BCrk%C3%A7e/of" TargetMode="External"/><Relationship Id="rId22" Type="http://schemas.openxmlformats.org/officeDocument/2006/relationships/hyperlink" Target="https://dictionary.cambridge.org/tr/s%C3%B6zl%C3%BCk/ingilizce-t%C3%BCrk%C3%A7e/working"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dictionary.cambridge.org/tr/s%C3%B6zl%C3%BCk/ingilizce-t%C3%BCrk%C3%A7e/as" TargetMode="External"/><Relationship Id="rId13" Type="http://schemas.openxmlformats.org/officeDocument/2006/relationships/hyperlink" Target="https://dictionary.cambridge.org/tr/s%C3%B6zl%C3%BCk/ingilizce-t%C3%BCrk%C3%A7e/risky" TargetMode="External"/><Relationship Id="rId3" Type="http://schemas.openxmlformats.org/officeDocument/2006/relationships/hyperlink" Target="https://dictionary.cambridge.org/tr/s%C3%B6zl%C3%BCk/ingilizce-t%C3%BCrk%C3%A7e/david" TargetMode="External"/><Relationship Id="rId7" Type="http://schemas.openxmlformats.org/officeDocument/2006/relationships/hyperlink" Target="https://dictionary.cambridge.org/tr/s%C3%B6zl%C3%BCk/ingilizce-t%C3%BCrk%C3%A7e/various" TargetMode="External"/><Relationship Id="rId12" Type="http://schemas.openxmlformats.org/officeDocument/2006/relationships/hyperlink" Target="https://dictionary.cambridge.org/tr/s%C3%B6zl%C3%BCk/ingilizce-t%C3%BCrk%C3%A7e/and" TargetMode="External"/><Relationship Id="rId2" Type="http://schemas.openxmlformats.org/officeDocument/2006/relationships/notesSlide" Target="../notesSlides/notesSlide3.xml"/><Relationship Id="rId16" Type="http://schemas.openxmlformats.org/officeDocument/2006/relationships/image" Target="../media/image4.jpeg"/><Relationship Id="rId1" Type="http://schemas.openxmlformats.org/officeDocument/2006/relationships/slideLayout" Target="../slideLayouts/slideLayout6.xml"/><Relationship Id="rId6" Type="http://schemas.openxmlformats.org/officeDocument/2006/relationships/hyperlink" Target="https://dictionary.cambridge.org/tr/s%C3%B6zl%C3%BCk/ingilizce-t%C3%BCrk%C3%A7e/of" TargetMode="External"/><Relationship Id="rId11" Type="http://schemas.openxmlformats.org/officeDocument/2006/relationships/hyperlink" Target="https://dictionary.cambridge.org/tr/s%C3%B6zl%C3%BCk/ingilizce-t%C3%BCrk%C3%A7e/inconceivable" TargetMode="External"/><Relationship Id="rId5" Type="http://schemas.openxmlformats.org/officeDocument/2006/relationships/hyperlink" Target="https://dictionary.cambridge.org/tr/s%C3%B6zl%C3%BCk/ingilizce-t%C3%BCrk%C3%A7e/creative" TargetMode="External"/><Relationship Id="rId15" Type="http://schemas.openxmlformats.org/officeDocument/2006/relationships/hyperlink" Target="https://dictionary.cambridge.org/tr/s%C3%B6zl%C3%BCk/ingilizce-t%C3%BCrk%C3%A7e/increase" TargetMode="External"/><Relationship Id="rId10" Type="http://schemas.openxmlformats.org/officeDocument/2006/relationships/hyperlink" Target="https://dictionary.cambridge.org/tr/s%C3%B6zl%C3%BCk/ingilizce-t%C3%BCrk%C3%A7e/for" TargetMode="External"/><Relationship Id="rId4" Type="http://schemas.openxmlformats.org/officeDocument/2006/relationships/hyperlink" Target="https://dictionary.cambridge.org/tr/s%C3%B6zl%C3%BCk/ingilizce-t%C3%BCrk%C3%A7e/the" TargetMode="External"/><Relationship Id="rId9" Type="http://schemas.openxmlformats.org/officeDocument/2006/relationships/hyperlink" Target="https://dictionary.cambridge.org/tr/s%C3%B6zl%C3%BCk/ingilizce-t%C3%BCrk%C3%A7e/he" TargetMode="External"/><Relationship Id="rId14" Type="http://schemas.openxmlformats.org/officeDocument/2006/relationships/hyperlink" Target="https://dictionary.cambridge.org/tr/s%C3%B6zl%C3%BCk/ingilizce-t%C3%BCrk%C3%A7e/to"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dictionary.cambridge.org/tr/s%C3%B6zl%C3%BCk/ingilizce-t%C3%BCrk%C3%A7e/about" TargetMode="External"/><Relationship Id="rId13" Type="http://schemas.openxmlformats.org/officeDocument/2006/relationships/hyperlink" Target="https://dictionary.cambridge.org/tr/s%C3%B6zl%C3%BCk/ingilizce-t%C3%BCrk%C3%A7e/on" TargetMode="External"/><Relationship Id="rId3" Type="http://schemas.openxmlformats.org/officeDocument/2006/relationships/image" Target="../media/image5.jpeg"/><Relationship Id="rId7" Type="http://schemas.openxmlformats.org/officeDocument/2006/relationships/hyperlink" Target="https://dictionary.cambridge.org/tr/s%C3%B6zl%C3%BCk/ingilizce-t%C3%BCrk%C3%A7e/information" TargetMode="External"/><Relationship Id="rId12" Type="http://schemas.openxmlformats.org/officeDocument/2006/relationships/hyperlink" Target="https://dictionary.cambridge.org/tr/s%C3%B6zl%C3%BCk/ingilizce-t%C3%BCrk%C3%A7e/work"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hyperlink" Target="https://dictionary.cambridge.org/tr/s%C3%B6zl%C3%BCk/ingilizce-t%C3%BCrk%C3%A7e/people" TargetMode="External"/><Relationship Id="rId11" Type="http://schemas.openxmlformats.org/officeDocument/2006/relationships/hyperlink" Target="https://dictionary.cambridge.org/tr/s%C3%B6zl%C3%BCk/ingilizce-t%C3%BCrk%C3%A7e/and" TargetMode="External"/><Relationship Id="rId5" Type="http://schemas.openxmlformats.org/officeDocument/2006/relationships/hyperlink" Target="https://dictionary.cambridge.org/tr/s%C3%B6zl%C3%BCk/ingilizce-t%C3%BCrk%C3%A7e/often" TargetMode="External"/><Relationship Id="rId10" Type="http://schemas.openxmlformats.org/officeDocument/2006/relationships/hyperlink" Target="https://dictionary.cambridge.org/tr/s%C3%B6zl%C3%BCk/ingilizce-t%C3%BCrk%C3%A7e/brain" TargetMode="External"/><Relationship Id="rId4" Type="http://schemas.openxmlformats.org/officeDocument/2006/relationships/hyperlink" Target="https://dictionary.cambridge.org/tr/s%C3%B6zl%C3%BCk/ingilizce-t%C3%BCrk%C3%A7e/david" TargetMode="External"/><Relationship Id="rId9" Type="http://schemas.openxmlformats.org/officeDocument/2006/relationships/hyperlink" Target="https://dictionary.cambridge.org/tr/s%C3%B6zl%C3%BCk/ingilizce-t%C3%BCrk%C3%A7e/the" TargetMode="External"/><Relationship Id="rId14" Type="http://schemas.openxmlformats.org/officeDocument/2006/relationships/hyperlink" Target="https://dictionary.cambridge.org/tr/s%C3%B6zl%C3%BCk/ingilizce-t%C3%BCrk%C3%A7e/similar"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dictionary.cambridge.org/tr/s%C3%B6zl%C3%BCk/ingilizce-t%C3%BCrk%C3%A7e/network" TargetMode="External"/><Relationship Id="rId3" Type="http://schemas.openxmlformats.org/officeDocument/2006/relationships/hyperlink" Target="https://dictionary.cambridge.org/tr/s%C3%B6zl%C3%BCk/ingilizce-t%C3%BCrk%C3%A7e/david" TargetMode="External"/><Relationship Id="rId7" Type="http://schemas.openxmlformats.org/officeDocument/2006/relationships/hyperlink" Target="https://dictionary.cambridge.org/tr/s%C3%B6zl%C3%BCk/ingilizce-t%C3%BCrk%C3%A7e/general" TargetMode="External"/><Relationship Id="rId12" Type="http://schemas.openxmlformats.org/officeDocument/2006/relationships/hyperlink" Target="https://dictionary.cambridge.org/tr/s%C3%B6zl%C3%BCk/ingilizce-t%C3%BCrk%C3%A7e/lab"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hyperlink" Target="https://dictionary.cambridge.org/tr/s%C3%B6zl%C3%BCk/ingilizce-t%C3%BCrk%C3%A7e/their" TargetMode="External"/><Relationship Id="rId11" Type="http://schemas.openxmlformats.org/officeDocument/2006/relationships/hyperlink" Target="https://dictionary.cambridge.org/tr/s%C3%B6zl%C3%BCk/ingilizce-t%C3%BCrk%C3%A7e/the" TargetMode="External"/><Relationship Id="rId5" Type="http://schemas.openxmlformats.org/officeDocument/2006/relationships/hyperlink" Target="https://dictionary.cambridge.org/tr/s%C3%B6zl%C3%BCk/ingilizce-t%C3%BCrk%C3%A7e/about" TargetMode="External"/><Relationship Id="rId10" Type="http://schemas.openxmlformats.org/officeDocument/2006/relationships/hyperlink" Target="https://dictionary.cambridge.org/tr/s%C3%B6zl%C3%BCk/ingilizce-t%C3%BCrk%C3%A7e/at" TargetMode="External"/><Relationship Id="rId4" Type="http://schemas.openxmlformats.org/officeDocument/2006/relationships/hyperlink" Target="https://dictionary.cambridge.org/tr/s%C3%B6zl%C3%BCk/ingilizce-t%C3%BCrk%C3%A7e/talks" TargetMode="External"/><Relationship Id="rId9" Type="http://schemas.openxmlformats.org/officeDocument/2006/relationships/hyperlink" Target="https://dictionary.cambridge.org/tr/s%C3%B6zl%C3%BCk/ingilizce-t%C3%BCrk%C3%A7e/experiment"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grpSp>
        <p:nvGrpSpPr>
          <p:cNvPr id="266" name="Google Shape;266;p39"/>
          <p:cNvGrpSpPr/>
          <p:nvPr/>
        </p:nvGrpSpPr>
        <p:grpSpPr>
          <a:xfrm>
            <a:off x="418997" y="1030150"/>
            <a:ext cx="2983649" cy="2983649"/>
            <a:chOff x="2657119" y="330292"/>
            <a:chExt cx="989700" cy="989700"/>
          </a:xfrm>
        </p:grpSpPr>
        <p:sp>
          <p:nvSpPr>
            <p:cNvPr id="267" name="Google Shape;267;p39"/>
            <p:cNvSpPr/>
            <p:nvPr/>
          </p:nvSpPr>
          <p:spPr>
            <a:xfrm>
              <a:off x="2657119" y="330292"/>
              <a:ext cx="989700" cy="989700"/>
            </a:xfrm>
            <a:prstGeom prst="ellipse">
              <a:avLst/>
            </a:pr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9"/>
            <p:cNvSpPr/>
            <p:nvPr/>
          </p:nvSpPr>
          <p:spPr>
            <a:xfrm>
              <a:off x="2726903" y="400075"/>
              <a:ext cx="850200" cy="850200"/>
            </a:xfrm>
            <a:prstGeom prst="ellipse">
              <a:avLst/>
            </a:pr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9"/>
            <p:cNvSpPr/>
            <p:nvPr/>
          </p:nvSpPr>
          <p:spPr>
            <a:xfrm>
              <a:off x="2801670" y="474883"/>
              <a:ext cx="700800" cy="700800"/>
            </a:xfrm>
            <a:prstGeom prst="ellipse">
              <a:avLst/>
            </a:pr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0" name="Google Shape;270;p39"/>
          <p:cNvSpPr txBox="1">
            <a:spLocks noGrp="1"/>
          </p:cNvSpPr>
          <p:nvPr>
            <p:ph type="ctrTitle"/>
          </p:nvPr>
        </p:nvSpPr>
        <p:spPr>
          <a:xfrm>
            <a:off x="3526738" y="1581497"/>
            <a:ext cx="4271100" cy="146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tr-TR" sz="3200" dirty="0">
                <a:latin typeface="Microsoft YaHei UI Light" panose="020B0502040204020203" pitchFamily="34" charset="-122"/>
                <a:ea typeface="Microsoft YaHei UI Light" panose="020B0502040204020203" pitchFamily="34" charset="-122"/>
              </a:rPr>
              <a:t>DAVİD EAGLEMAN</a:t>
            </a:r>
            <a:endParaRPr sz="3200" dirty="0">
              <a:latin typeface="Microsoft YaHei UI Light" panose="020B0502040204020203" pitchFamily="34" charset="-122"/>
              <a:ea typeface="Microsoft YaHei UI Light" panose="020B0502040204020203" pitchFamily="34" charset="-122"/>
            </a:endParaRPr>
          </a:p>
        </p:txBody>
      </p:sp>
      <p:sp>
        <p:nvSpPr>
          <p:cNvPr id="271" name="Google Shape;271;p39"/>
          <p:cNvSpPr txBox="1">
            <a:spLocks noGrp="1"/>
          </p:cNvSpPr>
          <p:nvPr>
            <p:ph type="subTitle" idx="1"/>
          </p:nvPr>
        </p:nvSpPr>
        <p:spPr>
          <a:xfrm>
            <a:off x="3554404" y="2138236"/>
            <a:ext cx="4271100" cy="542700"/>
          </a:xfrm>
          <a:prstGeom prst="rect">
            <a:avLst/>
          </a:prstGeom>
        </p:spPr>
        <p:txBody>
          <a:bodyPr spcFirstLastPara="1" wrap="square" lIns="91425" tIns="91425" rIns="91425" bIns="91425" anchor="t" anchorCtr="0">
            <a:noAutofit/>
          </a:bodyPr>
          <a:lstStyle/>
          <a:p>
            <a:pPr marL="0" lvl="0" indent="0">
              <a:buClr>
                <a:schemeClr val="dk1"/>
              </a:buClr>
              <a:buSzPts val="1100"/>
            </a:pPr>
            <a:r>
              <a:rPr lang="tr-TR" dirty="0" err="1">
                <a:latin typeface="Microsoft JhengHei UI" panose="020B0604030504040204" pitchFamily="34" charset="-120"/>
                <a:ea typeface="Microsoft JhengHei UI" panose="020B0604030504040204" pitchFamily="34" charset="-120"/>
              </a:rPr>
              <a:t>Neuroscientist</a:t>
            </a:r>
            <a:endParaRPr dirty="0">
              <a:latin typeface="Microsoft JhengHei UI" panose="020B0604030504040204" pitchFamily="34" charset="-120"/>
              <a:ea typeface="Microsoft JhengHei UI" panose="020B0604030504040204" pitchFamily="34" charset="-120"/>
            </a:endParaRPr>
          </a:p>
        </p:txBody>
      </p:sp>
      <p:grpSp>
        <p:nvGrpSpPr>
          <p:cNvPr id="272" name="Google Shape;272;p39"/>
          <p:cNvGrpSpPr/>
          <p:nvPr/>
        </p:nvGrpSpPr>
        <p:grpSpPr>
          <a:xfrm>
            <a:off x="1190717" y="1735579"/>
            <a:ext cx="1527593" cy="1853990"/>
            <a:chOff x="4477636" y="2669646"/>
            <a:chExt cx="583965" cy="708739"/>
          </a:xfrm>
        </p:grpSpPr>
        <p:sp>
          <p:nvSpPr>
            <p:cNvPr id="273" name="Google Shape;273;p39"/>
            <p:cNvSpPr/>
            <p:nvPr/>
          </p:nvSpPr>
          <p:spPr>
            <a:xfrm>
              <a:off x="4477636" y="2669646"/>
              <a:ext cx="583965" cy="708739"/>
            </a:xfrm>
            <a:custGeom>
              <a:avLst/>
              <a:gdLst/>
              <a:ahLst/>
              <a:cxnLst/>
              <a:rect l="l" t="t" r="r" b="b"/>
              <a:pathLst>
                <a:path w="11429" h="13871" extrusionOk="0">
                  <a:moveTo>
                    <a:pt x="5341" y="0"/>
                  </a:moveTo>
                  <a:cubicBezTo>
                    <a:pt x="5287" y="0"/>
                    <a:pt x="5231" y="1"/>
                    <a:pt x="5176" y="3"/>
                  </a:cubicBezTo>
                  <a:cubicBezTo>
                    <a:pt x="2335" y="95"/>
                    <a:pt x="42" y="2433"/>
                    <a:pt x="13" y="5284"/>
                  </a:cubicBezTo>
                  <a:cubicBezTo>
                    <a:pt x="1" y="6440"/>
                    <a:pt x="345" y="7500"/>
                    <a:pt x="956" y="8376"/>
                  </a:cubicBezTo>
                  <a:lnTo>
                    <a:pt x="956" y="13514"/>
                  </a:lnTo>
                  <a:cubicBezTo>
                    <a:pt x="956" y="13711"/>
                    <a:pt x="2456" y="13870"/>
                    <a:pt x="4300" y="13870"/>
                  </a:cubicBezTo>
                  <a:cubicBezTo>
                    <a:pt x="6157" y="13870"/>
                    <a:pt x="7657" y="13711"/>
                    <a:pt x="7657" y="13514"/>
                  </a:cubicBezTo>
                  <a:lnTo>
                    <a:pt x="7657" y="10685"/>
                  </a:lnTo>
                  <a:lnTo>
                    <a:pt x="9170" y="10685"/>
                  </a:lnTo>
                  <a:cubicBezTo>
                    <a:pt x="9635" y="10685"/>
                    <a:pt x="10020" y="10354"/>
                    <a:pt x="10087" y="9902"/>
                  </a:cubicBezTo>
                  <a:lnTo>
                    <a:pt x="10406" y="7701"/>
                  </a:lnTo>
                  <a:lnTo>
                    <a:pt x="11428" y="7701"/>
                  </a:lnTo>
                  <a:lnTo>
                    <a:pt x="10578" y="4236"/>
                  </a:lnTo>
                  <a:cubicBezTo>
                    <a:pt x="10070" y="1819"/>
                    <a:pt x="7921" y="0"/>
                    <a:pt x="53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9"/>
            <p:cNvSpPr/>
            <p:nvPr/>
          </p:nvSpPr>
          <p:spPr>
            <a:xfrm>
              <a:off x="4526483" y="2709807"/>
              <a:ext cx="408964" cy="272643"/>
            </a:xfrm>
            <a:custGeom>
              <a:avLst/>
              <a:gdLst/>
              <a:ahLst/>
              <a:cxnLst/>
              <a:rect l="l" t="t" r="r" b="b"/>
              <a:pathLst>
                <a:path w="8004" h="5336" extrusionOk="0">
                  <a:moveTo>
                    <a:pt x="6106" y="0"/>
                  </a:moveTo>
                  <a:cubicBezTo>
                    <a:pt x="5641" y="0"/>
                    <a:pt x="5230" y="214"/>
                    <a:pt x="4978" y="545"/>
                  </a:cubicBezTo>
                  <a:cubicBezTo>
                    <a:pt x="4819" y="411"/>
                    <a:pt x="4618" y="319"/>
                    <a:pt x="4392" y="319"/>
                  </a:cubicBezTo>
                  <a:cubicBezTo>
                    <a:pt x="4035" y="319"/>
                    <a:pt x="3730" y="545"/>
                    <a:pt x="3609" y="851"/>
                  </a:cubicBezTo>
                  <a:cubicBezTo>
                    <a:pt x="3357" y="692"/>
                    <a:pt x="3051" y="596"/>
                    <a:pt x="2733" y="596"/>
                  </a:cubicBezTo>
                  <a:cubicBezTo>
                    <a:pt x="1819" y="596"/>
                    <a:pt x="1077" y="1341"/>
                    <a:pt x="1077" y="2255"/>
                  </a:cubicBezTo>
                  <a:lnTo>
                    <a:pt x="1077" y="2376"/>
                  </a:lnTo>
                  <a:cubicBezTo>
                    <a:pt x="465" y="2523"/>
                    <a:pt x="0" y="3093"/>
                    <a:pt x="0" y="3756"/>
                  </a:cubicBezTo>
                  <a:cubicBezTo>
                    <a:pt x="0" y="4539"/>
                    <a:pt x="637" y="5176"/>
                    <a:pt x="1421" y="5176"/>
                  </a:cubicBezTo>
                  <a:cubicBezTo>
                    <a:pt x="1605" y="5176"/>
                    <a:pt x="1793" y="5135"/>
                    <a:pt x="1952" y="5071"/>
                  </a:cubicBezTo>
                  <a:cubicBezTo>
                    <a:pt x="2165" y="5236"/>
                    <a:pt x="2422" y="5319"/>
                    <a:pt x="2678" y="5319"/>
                  </a:cubicBezTo>
                  <a:cubicBezTo>
                    <a:pt x="2977" y="5319"/>
                    <a:pt x="3275" y="5205"/>
                    <a:pt x="3504" y="4975"/>
                  </a:cubicBezTo>
                  <a:cubicBezTo>
                    <a:pt x="3637" y="4845"/>
                    <a:pt x="3730" y="4686"/>
                    <a:pt x="3784" y="4526"/>
                  </a:cubicBezTo>
                  <a:lnTo>
                    <a:pt x="3784" y="4539"/>
                  </a:lnTo>
                  <a:cubicBezTo>
                    <a:pt x="3784" y="4975"/>
                    <a:pt x="4141" y="5335"/>
                    <a:pt x="4580" y="5335"/>
                  </a:cubicBezTo>
                  <a:cubicBezTo>
                    <a:pt x="5016" y="5335"/>
                    <a:pt x="5360" y="4975"/>
                    <a:pt x="5360" y="4539"/>
                  </a:cubicBezTo>
                  <a:cubicBezTo>
                    <a:pt x="5360" y="4405"/>
                    <a:pt x="5335" y="4275"/>
                    <a:pt x="5268" y="4166"/>
                  </a:cubicBezTo>
                  <a:lnTo>
                    <a:pt x="5268" y="4166"/>
                  </a:lnTo>
                  <a:cubicBezTo>
                    <a:pt x="5520" y="4354"/>
                    <a:pt x="5825" y="4459"/>
                    <a:pt x="6157" y="4459"/>
                  </a:cubicBezTo>
                  <a:cubicBezTo>
                    <a:pt x="6781" y="4459"/>
                    <a:pt x="7325" y="4061"/>
                    <a:pt x="7539" y="3504"/>
                  </a:cubicBezTo>
                  <a:cubicBezTo>
                    <a:pt x="7816" y="3345"/>
                    <a:pt x="8004" y="3052"/>
                    <a:pt x="8004" y="2708"/>
                  </a:cubicBezTo>
                  <a:cubicBezTo>
                    <a:pt x="8004" y="2335"/>
                    <a:pt x="7791" y="2029"/>
                    <a:pt x="7485" y="1870"/>
                  </a:cubicBezTo>
                  <a:cubicBezTo>
                    <a:pt x="7526" y="1739"/>
                    <a:pt x="7552" y="1593"/>
                    <a:pt x="7552" y="1434"/>
                  </a:cubicBezTo>
                  <a:cubicBezTo>
                    <a:pt x="7552" y="637"/>
                    <a:pt x="6902" y="0"/>
                    <a:pt x="6106" y="0"/>
                  </a:cubicBezTo>
                  <a:close/>
                </a:path>
              </a:pathLst>
            </a:custGeom>
            <a:solidFill>
              <a:srgbClr val="F19F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9"/>
            <p:cNvSpPr/>
            <p:nvPr/>
          </p:nvSpPr>
          <p:spPr>
            <a:xfrm>
              <a:off x="4866263" y="2953274"/>
              <a:ext cx="97694" cy="52934"/>
            </a:xfrm>
            <a:custGeom>
              <a:avLst/>
              <a:gdLst/>
              <a:ahLst/>
              <a:cxnLst/>
              <a:rect l="l" t="t" r="r" b="b"/>
              <a:pathLst>
                <a:path w="1912" h="1036" extrusionOk="0">
                  <a:moveTo>
                    <a:pt x="64" y="0"/>
                  </a:moveTo>
                  <a:cubicBezTo>
                    <a:pt x="26" y="0"/>
                    <a:pt x="0" y="38"/>
                    <a:pt x="0" y="80"/>
                  </a:cubicBezTo>
                  <a:cubicBezTo>
                    <a:pt x="0" y="609"/>
                    <a:pt x="424" y="1035"/>
                    <a:pt x="956" y="1035"/>
                  </a:cubicBezTo>
                  <a:cubicBezTo>
                    <a:pt x="1484" y="1035"/>
                    <a:pt x="1911" y="609"/>
                    <a:pt x="1911" y="80"/>
                  </a:cubicBezTo>
                  <a:cubicBezTo>
                    <a:pt x="1911" y="38"/>
                    <a:pt x="1883" y="0"/>
                    <a:pt x="1844" y="0"/>
                  </a:cubicBezTo>
                  <a:cubicBezTo>
                    <a:pt x="1790" y="0"/>
                    <a:pt x="1765" y="38"/>
                    <a:pt x="1765" y="80"/>
                  </a:cubicBezTo>
                  <a:cubicBezTo>
                    <a:pt x="1765" y="516"/>
                    <a:pt x="1405" y="889"/>
                    <a:pt x="956" y="889"/>
                  </a:cubicBezTo>
                  <a:cubicBezTo>
                    <a:pt x="516" y="889"/>
                    <a:pt x="144" y="516"/>
                    <a:pt x="144" y="80"/>
                  </a:cubicBezTo>
                  <a:cubicBezTo>
                    <a:pt x="144" y="38"/>
                    <a:pt x="118" y="0"/>
                    <a:pt x="64" y="0"/>
                  </a:cubicBezTo>
                  <a:close/>
                </a:path>
              </a:pathLst>
            </a:custGeom>
            <a:solidFill>
              <a:srgbClr val="322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9"/>
            <p:cNvSpPr/>
            <p:nvPr/>
          </p:nvSpPr>
          <p:spPr>
            <a:xfrm>
              <a:off x="4665461" y="3212171"/>
              <a:ext cx="203460" cy="52934"/>
            </a:xfrm>
            <a:custGeom>
              <a:avLst/>
              <a:gdLst/>
              <a:ahLst/>
              <a:cxnLst/>
              <a:rect l="l" t="t" r="r" b="b"/>
              <a:pathLst>
                <a:path w="3982" h="1036" extrusionOk="0">
                  <a:moveTo>
                    <a:pt x="0" y="0"/>
                  </a:moveTo>
                  <a:lnTo>
                    <a:pt x="3981" y="1036"/>
                  </a:lnTo>
                  <a:lnTo>
                    <a:pt x="3981" y="55"/>
                  </a:lnTo>
                  <a:lnTo>
                    <a:pt x="0" y="0"/>
                  </a:lnTo>
                  <a:close/>
                </a:path>
              </a:pathLst>
            </a:custGeom>
            <a:solidFill>
              <a:srgbClr val="FFC7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Dikdörtgen 1">
            <a:extLst>
              <a:ext uri="{FF2B5EF4-FFF2-40B4-BE49-F238E27FC236}">
                <a16:creationId xmlns:a16="http://schemas.microsoft.com/office/drawing/2014/main" id="{9404CDED-2D3B-4EEB-B59F-A77C6B59FF08}"/>
              </a:ext>
            </a:extLst>
          </p:cNvPr>
          <p:cNvSpPr/>
          <p:nvPr/>
        </p:nvSpPr>
        <p:spPr>
          <a:xfrm>
            <a:off x="3554404" y="2615374"/>
            <a:ext cx="2651688" cy="307777"/>
          </a:xfrm>
          <a:prstGeom prst="rect">
            <a:avLst/>
          </a:prstGeom>
        </p:spPr>
        <p:txBody>
          <a:bodyPr wrap="none">
            <a:spAutoFit/>
          </a:bodyPr>
          <a:lstStyle/>
          <a:p>
            <a:r>
              <a:rPr lang="tr-TR" dirty="0"/>
              <a:t>Mert Eren Doğançay 10E - 505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0"/>
          <p:cNvSpPr txBox="1">
            <a:spLocks noGrp="1"/>
          </p:cNvSpPr>
          <p:nvPr>
            <p:ph type="title"/>
          </p:nvPr>
        </p:nvSpPr>
        <p:spPr>
          <a:xfrm>
            <a:off x="720000" y="301325"/>
            <a:ext cx="7704000" cy="477600"/>
          </a:xfrm>
          <a:prstGeom prst="rect">
            <a:avLst/>
          </a:prstGeom>
        </p:spPr>
        <p:txBody>
          <a:bodyPr spcFirstLastPara="1" wrap="square" lIns="91425" tIns="91425" rIns="91425" bIns="91425" anchor="t" anchorCtr="0">
            <a:noAutofit/>
          </a:bodyPr>
          <a:lstStyle/>
          <a:p>
            <a:pPr lvl="0"/>
            <a:r>
              <a:rPr lang="tr-TR" dirty="0" err="1">
                <a:hlinkClick r:id="rId3" tooltip="ki o..., ...an/en, kim, kimi, kimler, kimleri..."/>
              </a:rPr>
              <a:t>who</a:t>
            </a:r>
            <a:r>
              <a:rPr lang="tr-TR" dirty="0"/>
              <a:t> </a:t>
            </a:r>
            <a:r>
              <a:rPr lang="tr-TR" dirty="0">
                <a:hlinkClick r:id="rId4"/>
              </a:rPr>
              <a:t>is</a:t>
            </a:r>
            <a:r>
              <a:rPr lang="tr-TR" dirty="0"/>
              <a:t> </a:t>
            </a:r>
            <a:r>
              <a:rPr lang="tr-TR" dirty="0">
                <a:hlinkClick r:id="rId5" tooltip="bir erkek adı"/>
              </a:rPr>
              <a:t>David</a:t>
            </a:r>
            <a:r>
              <a:rPr lang="tr-TR" dirty="0"/>
              <a:t> </a:t>
            </a:r>
            <a:r>
              <a:rPr lang="tr-TR" dirty="0" err="1"/>
              <a:t>Eagleman</a:t>
            </a:r>
            <a:r>
              <a:rPr lang="tr-TR" dirty="0"/>
              <a:t>?</a:t>
            </a:r>
            <a:endParaRPr dirty="0"/>
          </a:p>
        </p:txBody>
      </p:sp>
      <p:sp>
        <p:nvSpPr>
          <p:cNvPr id="282" name="Google Shape;282;p40"/>
          <p:cNvSpPr txBox="1">
            <a:spLocks noGrp="1"/>
          </p:cNvSpPr>
          <p:nvPr>
            <p:ph type="body" idx="1"/>
          </p:nvPr>
        </p:nvSpPr>
        <p:spPr>
          <a:xfrm>
            <a:off x="720000" y="846300"/>
            <a:ext cx="7704000" cy="3450900"/>
          </a:xfrm>
          <a:prstGeom prst="rect">
            <a:avLst/>
          </a:prstGeom>
        </p:spPr>
        <p:txBody>
          <a:bodyPr spcFirstLastPara="1" wrap="square" lIns="91425" tIns="91425" rIns="91425" bIns="91425" anchor="t" anchorCtr="0">
            <a:noAutofit/>
          </a:bodyPr>
          <a:lstStyle/>
          <a:p>
            <a:pPr marL="171450" lvl="0" indent="-171450">
              <a:buFont typeface="Arial" panose="020B0604020202020204" pitchFamily="34" charset="0"/>
              <a:buChar char="•"/>
            </a:pPr>
            <a:r>
              <a:rPr lang="en-US" dirty="0">
                <a:hlinkClick r:id="rId5" tooltip="bir erkek adı"/>
              </a:rPr>
              <a:t>David</a:t>
            </a:r>
            <a:r>
              <a:rPr lang="en-US" dirty="0"/>
              <a:t> Eagleman </a:t>
            </a:r>
            <a:r>
              <a:rPr lang="en-US" dirty="0">
                <a:hlinkClick r:id="rId4"/>
              </a:rPr>
              <a:t>is</a:t>
            </a:r>
            <a:r>
              <a:rPr lang="en-US" dirty="0"/>
              <a:t> studying neuroscience </a:t>
            </a:r>
            <a:r>
              <a:rPr lang="en-US" dirty="0">
                <a:hlinkClick r:id="rId6" tooltip="... e, ... a doğru, ... de, ... da, zamanında, bir durumu veya eylemi bilidrmede..."/>
              </a:rPr>
              <a:t>at</a:t>
            </a:r>
            <a:r>
              <a:rPr lang="en-US" dirty="0"/>
              <a:t> Stanford </a:t>
            </a:r>
            <a:r>
              <a:rPr lang="en-US" dirty="0">
                <a:hlinkClick r:id="rId7" tooltip="üniversite"/>
              </a:rPr>
              <a:t>University</a:t>
            </a:r>
            <a:r>
              <a:rPr lang="en-US" dirty="0"/>
              <a:t>.</a:t>
            </a:r>
            <a:r>
              <a:rPr lang="tr-TR" dirty="0"/>
              <a:t>  </a:t>
            </a:r>
          </a:p>
          <a:p>
            <a:pPr marL="171450" lvl="0" indent="-171450">
              <a:buFont typeface="Arial" panose="020B0604020202020204" pitchFamily="34" charset="0"/>
              <a:buChar char="•"/>
            </a:pPr>
            <a:r>
              <a:rPr lang="en-US" dirty="0">
                <a:hlinkClick r:id="rId8" tooltip="zaman, o zamanları, zaman, vakit..."/>
              </a:rPr>
              <a:t>Time</a:t>
            </a:r>
            <a:r>
              <a:rPr lang="en-US" dirty="0"/>
              <a:t> </a:t>
            </a:r>
            <a:r>
              <a:rPr lang="en-US" dirty="0">
                <a:hlinkClick r:id="rId9" tooltip="algılama, sezgi, görme, fark etme, farkına varma, tanıma, görme"/>
              </a:rPr>
              <a:t>perception</a:t>
            </a:r>
            <a:r>
              <a:rPr lang="en-US" dirty="0"/>
              <a:t>, </a:t>
            </a:r>
            <a:r>
              <a:rPr lang="en-US" dirty="0">
                <a:hlinkClick r:id="rId10" tooltip="sanrı, vecit, görme yeteneği, görüş, ileri görüş, geleceği tasarlama, seziş..."/>
              </a:rPr>
              <a:t>vision</a:t>
            </a:r>
            <a:r>
              <a:rPr lang="en-US" dirty="0"/>
              <a:t>, synesthesia </a:t>
            </a:r>
            <a:r>
              <a:rPr lang="en-US" dirty="0">
                <a:hlinkClick r:id="rId11" tooltip="ve anlamına gelen bağlaç, böylece, böylelikle, bu nedenle, rakamları söylemede veya toplamada kullanılır..."/>
              </a:rPr>
              <a:t>and</a:t>
            </a:r>
            <a:r>
              <a:rPr lang="en-US" dirty="0"/>
              <a:t> </a:t>
            </a:r>
            <a:r>
              <a:rPr lang="en-US" dirty="0">
                <a:hlinkClick r:id="rId12" tooltip="ne kadar ... o kadar ..., vücudun bir uzvundan bahsederken, sadece bir tane olan isimlerden önce..."/>
              </a:rPr>
              <a:t>the</a:t>
            </a:r>
            <a:r>
              <a:rPr lang="en-US" dirty="0"/>
              <a:t> </a:t>
            </a:r>
            <a:r>
              <a:rPr lang="en-US" dirty="0">
                <a:hlinkClick r:id="rId13" tooltip="kavşak, kesişme noktası"/>
              </a:rPr>
              <a:t>intersection</a:t>
            </a:r>
            <a:r>
              <a:rPr lang="en-US" dirty="0"/>
              <a:t> </a:t>
            </a:r>
            <a:r>
              <a:rPr lang="en-US" dirty="0">
                <a:hlinkClick r:id="rId14" tooltip="içeren, ...nın/nin, ...ın/in ......"/>
              </a:rPr>
              <a:t>of</a:t>
            </a:r>
            <a:r>
              <a:rPr lang="en-US" dirty="0"/>
              <a:t> neuroscience </a:t>
            </a:r>
            <a:r>
              <a:rPr lang="en-US" dirty="0">
                <a:hlinkClick r:id="rId15" tooltip="...ile, ...lı/li, ...yüzünden..."/>
              </a:rPr>
              <a:t>with</a:t>
            </a:r>
            <a:r>
              <a:rPr lang="en-US" dirty="0"/>
              <a:t> </a:t>
            </a:r>
            <a:r>
              <a:rPr lang="en-US" dirty="0">
                <a:hlinkClick r:id="rId12" tooltip="ne kadar ... o kadar ..., vücudun bir uzvundan bahsederken, sadece bir tane olan isimlerden önce..."/>
              </a:rPr>
              <a:t>the</a:t>
            </a:r>
            <a:r>
              <a:rPr lang="en-US" dirty="0"/>
              <a:t> </a:t>
            </a:r>
            <a:r>
              <a:rPr lang="en-US" dirty="0">
                <a:hlinkClick r:id="rId16" tooltip="kanunlarla/yasalarla ilgili, yasal, kanunî, yasaya uygun"/>
              </a:rPr>
              <a:t>legal</a:t>
            </a:r>
            <a:r>
              <a:rPr lang="en-US" dirty="0"/>
              <a:t> </a:t>
            </a:r>
            <a:r>
              <a:rPr lang="en-US" dirty="0">
                <a:hlinkClick r:id="rId17" tooltip="vücudun çalışma düzeni, düzen, yol, metod, yöntem, sistem, tertibat, düzenek, sistem, kurulum"/>
              </a:rPr>
              <a:t>system</a:t>
            </a:r>
            <a:r>
              <a:rPr lang="en-US" dirty="0"/>
              <a:t> </a:t>
            </a:r>
            <a:r>
              <a:rPr lang="en-US" dirty="0">
                <a:hlinkClick r:id="rId18" tooltip="yardımcı fiil -iz, -siniz, -sin anlamında"/>
              </a:rPr>
              <a:t>are</a:t>
            </a:r>
            <a:r>
              <a:rPr lang="en-US" dirty="0"/>
              <a:t> </a:t>
            </a:r>
            <a:r>
              <a:rPr lang="en-US" dirty="0">
                <a:hlinkClick r:id="rId12" tooltip="ne kadar ... o kadar ..., vücudun bir uzvundan bahsederken, sadece bir tane olan isimlerden önce..."/>
              </a:rPr>
              <a:t>the</a:t>
            </a:r>
            <a:r>
              <a:rPr lang="en-US" dirty="0"/>
              <a:t> </a:t>
            </a:r>
            <a:r>
              <a:rPr lang="en-US" dirty="0">
                <a:hlinkClick r:id="rId19" tooltip="asıl, esas, temel"/>
              </a:rPr>
              <a:t>main</a:t>
            </a:r>
            <a:r>
              <a:rPr lang="en-US" dirty="0"/>
              <a:t> issues </a:t>
            </a:r>
            <a:r>
              <a:rPr lang="en-US" dirty="0">
                <a:hlinkClick r:id="rId20" tooltip="şu, o, ...ki, o kadar..."/>
              </a:rPr>
              <a:t>that</a:t>
            </a:r>
            <a:r>
              <a:rPr lang="en-US" dirty="0"/>
              <a:t> </a:t>
            </a:r>
            <a:r>
              <a:rPr lang="en-US" dirty="0">
                <a:hlinkClick r:id="rId21" tooltip="doktor"/>
              </a:rPr>
              <a:t>Dr</a:t>
            </a:r>
            <a:r>
              <a:rPr lang="en-US" dirty="0"/>
              <a:t>. Eagleman </a:t>
            </a:r>
            <a:r>
              <a:rPr lang="en-US" dirty="0">
                <a:hlinkClick r:id="rId4"/>
              </a:rPr>
              <a:t>is</a:t>
            </a:r>
            <a:r>
              <a:rPr lang="en-US" dirty="0"/>
              <a:t> </a:t>
            </a:r>
            <a:r>
              <a:rPr lang="en-US" dirty="0">
                <a:hlinkClick r:id="rId22" tooltip="işe ilişkin, işle ilgili"/>
              </a:rPr>
              <a:t>working</a:t>
            </a:r>
            <a:r>
              <a:rPr lang="en-US" dirty="0"/>
              <a:t> </a:t>
            </a:r>
            <a:r>
              <a:rPr lang="en-US" dirty="0">
                <a:hlinkClick r:id="rId23" tooltip="...ile, gösterimde, devamlı..."/>
              </a:rPr>
              <a:t>on</a:t>
            </a:r>
            <a:r>
              <a:rPr lang="en-US" dirty="0"/>
              <a:t>.</a:t>
            </a:r>
            <a:endParaRPr lang="tr-TR" dirty="0"/>
          </a:p>
          <a:p>
            <a:pPr marL="171450" lvl="0" indent="-171450">
              <a:buFont typeface="Arial" panose="020B0604020202020204" pitchFamily="34" charset="0"/>
              <a:buChar char="•"/>
            </a:pPr>
            <a:r>
              <a:rPr lang="en-US" dirty="0"/>
              <a:t>Published in Atlantic, The New York Times, Wired, and New Scientist, Dr. Eagleman, Wednesday is Indigo Blue and the neuroscience books Incognito – The Secret Life of the Brain and the Brain – Your Story, also translated into Turkish, as well as the international bestseller, which was translated into 28 languages, including Turkish, selected as the Best Book of the Year by Barnes and Noble, New Scientist and Chicago Tribune. He is also the author of the book</a:t>
            </a:r>
            <a:r>
              <a:rPr lang="tr-TR" dirty="0"/>
              <a:t> </a:t>
            </a:r>
            <a:r>
              <a:rPr lang="en-US" dirty="0"/>
              <a:t>An</a:t>
            </a:r>
            <a:r>
              <a:rPr lang="tr-TR" dirty="0"/>
              <a:t>d</a:t>
            </a:r>
            <a:r>
              <a:rPr lang="en-US" dirty="0"/>
              <a:t> Forty Stories from Next Life.</a:t>
            </a:r>
            <a:endParaRPr dirty="0"/>
          </a:p>
        </p:txBody>
      </p:sp>
      <p:pic>
        <p:nvPicPr>
          <p:cNvPr id="1028" name="Picture 4" descr="Incognito - David Eagleman Kitabı ve Fiyatı - Hepsiburada">
            <a:extLst>
              <a:ext uri="{FF2B5EF4-FFF2-40B4-BE49-F238E27FC236}">
                <a16:creationId xmlns:a16="http://schemas.microsoft.com/office/drawing/2014/main" id="{7A6B493F-7C42-4CB0-9ACC-CA6E6743FEF5}"/>
              </a:ext>
            </a:extLst>
          </p:cNvPr>
          <p:cNvPicPr>
            <a:picLocks noChangeAspect="1" noChangeArrowheads="1"/>
          </p:cNvPicPr>
          <p:nvPr/>
        </p:nvPicPr>
        <p:blipFill rotWithShape="1">
          <a:blip r:embed="rId24">
            <a:extLst>
              <a:ext uri="{28A0092B-C50C-407E-A947-70E740481C1C}">
                <a14:useLocalDpi xmlns:a14="http://schemas.microsoft.com/office/drawing/2010/main" val="0"/>
              </a:ext>
            </a:extLst>
          </a:blip>
          <a:srcRect l="17955" t="705" r="19760"/>
          <a:stretch/>
        </p:blipFill>
        <p:spPr bwMode="auto">
          <a:xfrm>
            <a:off x="3904037" y="2782931"/>
            <a:ext cx="1335925" cy="205924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he Runaway Species: How Human Creativity Remakes the World : Eagleman,  David, Brandt, Anthony: Amazon.com.tr: Kitap">
            <a:extLst>
              <a:ext uri="{FF2B5EF4-FFF2-40B4-BE49-F238E27FC236}">
                <a16:creationId xmlns:a16="http://schemas.microsoft.com/office/drawing/2014/main" id="{5AD775E8-87CD-44EE-A468-CBAD35A1A058}"/>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189324" y="2782931"/>
            <a:ext cx="1335925" cy="205924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Livewired: The Inside Story of the Ever-Changing Brain by David Eagleman">
            <a:extLst>
              <a:ext uri="{FF2B5EF4-FFF2-40B4-BE49-F238E27FC236}">
                <a16:creationId xmlns:a16="http://schemas.microsoft.com/office/drawing/2014/main" id="{B0BD0FC1-BB00-4908-822D-8E17E8D77677}"/>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665694" y="2782931"/>
            <a:ext cx="1339592" cy="20592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92" name="Google Shape;292;p41"/>
          <p:cNvSpPr txBox="1">
            <a:spLocks noGrp="1"/>
          </p:cNvSpPr>
          <p:nvPr>
            <p:ph type="title"/>
          </p:nvPr>
        </p:nvSpPr>
        <p:spPr>
          <a:xfrm>
            <a:off x="1949100" y="540000"/>
            <a:ext cx="52458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tr-TR" dirty="0" err="1"/>
              <a:t>The</a:t>
            </a:r>
            <a:r>
              <a:rPr lang="tr-TR" dirty="0"/>
              <a:t> Creative Brain</a:t>
            </a:r>
            <a:endParaRPr dirty="0"/>
          </a:p>
        </p:txBody>
      </p:sp>
      <p:sp>
        <p:nvSpPr>
          <p:cNvPr id="303" name="Google Shape;303;p41"/>
          <p:cNvSpPr txBox="1">
            <a:spLocks noGrp="1"/>
          </p:cNvSpPr>
          <p:nvPr>
            <p:ph type="title" idx="2"/>
          </p:nvPr>
        </p:nvSpPr>
        <p:spPr>
          <a:xfrm>
            <a:off x="1740996" y="1147796"/>
            <a:ext cx="6114978" cy="1959482"/>
          </a:xfrm>
          <a:prstGeom prst="rect">
            <a:avLst/>
          </a:prstGeom>
        </p:spPr>
        <p:txBody>
          <a:bodyPr spcFirstLastPara="1" wrap="square" lIns="91425" tIns="91425" rIns="91425" bIns="91425" anchor="t" anchorCtr="0">
            <a:noAutofit/>
          </a:bodyPr>
          <a:lstStyle/>
          <a:p>
            <a:pPr lvl="0" algn="l"/>
            <a:r>
              <a:rPr lang="en-US" sz="2000" dirty="0">
                <a:latin typeface="Microsoft Yi Baiti" panose="03000500000000000000" pitchFamily="66" charset="0"/>
                <a:ea typeface="Microsoft Yi Baiti" panose="03000500000000000000" pitchFamily="66" charset="0"/>
              </a:rPr>
              <a:t>Neurologist </a:t>
            </a:r>
            <a:r>
              <a:rPr lang="en-US" sz="2000" dirty="0">
                <a:latin typeface="Microsoft Yi Baiti" panose="03000500000000000000" pitchFamily="66" charset="0"/>
                <a:ea typeface="Microsoft Yi Baiti" panose="03000500000000000000" pitchFamily="66" charset="0"/>
                <a:hlinkClick r:id="rId3" tooltip="bir erkek adı"/>
              </a:rPr>
              <a:t>David</a:t>
            </a:r>
            <a:r>
              <a:rPr lang="en-US" sz="2000" dirty="0">
                <a:latin typeface="Microsoft Yi Baiti" panose="03000500000000000000" pitchFamily="66" charset="0"/>
                <a:ea typeface="Microsoft Yi Baiti" panose="03000500000000000000" pitchFamily="66" charset="0"/>
              </a:rPr>
              <a:t> Eagleman leverages </a:t>
            </a:r>
            <a:r>
              <a:rPr lang="en-US" sz="2000" dirty="0">
                <a:latin typeface="Microsoft Yi Baiti" panose="03000500000000000000" pitchFamily="66" charset="0"/>
                <a:ea typeface="Microsoft Yi Baiti" panose="03000500000000000000" pitchFamily="66" charset="0"/>
                <a:hlinkClick r:id="rId4" tooltip="ne kadar ... o kadar ..., vücudun bir uzvundan bahsederken, sadece bir tane olan isimlerden önce..."/>
              </a:rPr>
              <a:t>the</a:t>
            </a:r>
            <a:r>
              <a:rPr lang="en-US" sz="2000" dirty="0">
                <a:latin typeface="Microsoft Yi Baiti" panose="03000500000000000000" pitchFamily="66" charset="0"/>
                <a:ea typeface="Microsoft Yi Baiti" panose="03000500000000000000" pitchFamily="66" charset="0"/>
              </a:rPr>
              <a:t> </a:t>
            </a:r>
            <a:r>
              <a:rPr lang="en-US" sz="2000" dirty="0">
                <a:latin typeface="Microsoft Yi Baiti" panose="03000500000000000000" pitchFamily="66" charset="0"/>
                <a:ea typeface="Microsoft Yi Baiti" panose="03000500000000000000" pitchFamily="66" charset="0"/>
                <a:hlinkClick r:id="rId5" tooltip="yaratıcı"/>
              </a:rPr>
              <a:t>creative</a:t>
            </a:r>
            <a:r>
              <a:rPr lang="en-US" sz="2000" dirty="0">
                <a:latin typeface="Microsoft Yi Baiti" panose="03000500000000000000" pitchFamily="66" charset="0"/>
                <a:ea typeface="Microsoft Yi Baiti" panose="03000500000000000000" pitchFamily="66" charset="0"/>
              </a:rPr>
              <a:t> processes </a:t>
            </a:r>
            <a:r>
              <a:rPr lang="en-US" sz="2000" dirty="0">
                <a:latin typeface="Microsoft Yi Baiti" panose="03000500000000000000" pitchFamily="66" charset="0"/>
                <a:ea typeface="Microsoft Yi Baiti" panose="03000500000000000000" pitchFamily="66" charset="0"/>
                <a:hlinkClick r:id="rId6" tooltip="içeren, ...nın/nin, ...ın/in ......"/>
              </a:rPr>
              <a:t>of</a:t>
            </a:r>
            <a:r>
              <a:rPr lang="en-US" sz="2000" dirty="0">
                <a:latin typeface="Microsoft Yi Baiti" panose="03000500000000000000" pitchFamily="66" charset="0"/>
                <a:ea typeface="Microsoft Yi Baiti" panose="03000500000000000000" pitchFamily="66" charset="0"/>
              </a:rPr>
              <a:t> </a:t>
            </a:r>
            <a:r>
              <a:rPr lang="en-US" sz="2000" dirty="0">
                <a:latin typeface="Microsoft Yi Baiti" panose="03000500000000000000" pitchFamily="66" charset="0"/>
                <a:ea typeface="Microsoft Yi Baiti" panose="03000500000000000000" pitchFamily="66" charset="0"/>
                <a:hlinkClick r:id="rId7" tooltip="muhtelif, bir çok farklı biçim ve türlerde"/>
              </a:rPr>
              <a:t>various</a:t>
            </a:r>
            <a:r>
              <a:rPr lang="en-US" sz="2000" dirty="0">
                <a:latin typeface="Microsoft Yi Baiti" panose="03000500000000000000" pitchFamily="66" charset="0"/>
                <a:ea typeface="Microsoft Yi Baiti" panose="03000500000000000000" pitchFamily="66" charset="0"/>
              </a:rPr>
              <a:t> inventors </a:t>
            </a:r>
            <a:r>
              <a:rPr lang="en-US" sz="2000" dirty="0">
                <a:latin typeface="Microsoft Yi Baiti" panose="03000500000000000000" pitchFamily="66" charset="0"/>
                <a:ea typeface="Microsoft Yi Baiti" panose="03000500000000000000" pitchFamily="66" charset="0"/>
                <a:hlinkClick r:id="rId8" tooltip="iken, gibi, çünkü..."/>
              </a:rPr>
              <a:t>as</a:t>
            </a:r>
            <a:r>
              <a:rPr lang="en-US" sz="2000" dirty="0">
                <a:latin typeface="Microsoft Yi Baiti" panose="03000500000000000000" pitchFamily="66" charset="0"/>
                <a:ea typeface="Microsoft Yi Baiti" panose="03000500000000000000" pitchFamily="66" charset="0"/>
              </a:rPr>
              <a:t> </a:t>
            </a:r>
            <a:r>
              <a:rPr lang="en-US" sz="2000" dirty="0">
                <a:latin typeface="Microsoft Yi Baiti" panose="03000500000000000000" pitchFamily="66" charset="0"/>
                <a:ea typeface="Microsoft Yi Baiti" panose="03000500000000000000" pitchFamily="66" charset="0"/>
                <a:hlinkClick r:id="rId9" tooltip="(erkek) o"/>
              </a:rPr>
              <a:t>he</a:t>
            </a:r>
            <a:r>
              <a:rPr lang="en-US" sz="2000" dirty="0">
                <a:latin typeface="Microsoft Yi Baiti" panose="03000500000000000000" pitchFamily="66" charset="0"/>
                <a:ea typeface="Microsoft Yi Baiti" panose="03000500000000000000" pitchFamily="66" charset="0"/>
              </a:rPr>
              <a:t> searches </a:t>
            </a:r>
            <a:r>
              <a:rPr lang="en-US" sz="2000" dirty="0">
                <a:latin typeface="Microsoft Yi Baiti" panose="03000500000000000000" pitchFamily="66" charset="0"/>
                <a:ea typeface="Microsoft Yi Baiti" panose="03000500000000000000" pitchFamily="66" charset="0"/>
                <a:hlinkClick r:id="rId10" tooltip="yönünde, ...dığı için, başarmak için..."/>
              </a:rPr>
              <a:t>for</a:t>
            </a:r>
            <a:r>
              <a:rPr lang="en-US" sz="2000" dirty="0">
                <a:latin typeface="Microsoft Yi Baiti" panose="03000500000000000000" pitchFamily="66" charset="0"/>
                <a:ea typeface="Microsoft Yi Baiti" panose="03000500000000000000" pitchFamily="66" charset="0"/>
              </a:rPr>
              <a:t> </a:t>
            </a:r>
            <a:r>
              <a:rPr lang="en-US" sz="2000" dirty="0">
                <a:latin typeface="Microsoft Yi Baiti" panose="03000500000000000000" pitchFamily="66" charset="0"/>
                <a:ea typeface="Microsoft Yi Baiti" panose="03000500000000000000" pitchFamily="66" charset="0"/>
                <a:hlinkClick r:id="rId11" tooltip="hayal bile edilemez, inanması zor, inanılmaz, akıl almaz"/>
              </a:rPr>
              <a:t>inconceivable</a:t>
            </a:r>
            <a:r>
              <a:rPr lang="en-US" sz="2000" dirty="0">
                <a:latin typeface="Microsoft Yi Baiti" panose="03000500000000000000" pitchFamily="66" charset="0"/>
                <a:ea typeface="Microsoft Yi Baiti" panose="03000500000000000000" pitchFamily="66" charset="0"/>
              </a:rPr>
              <a:t> </a:t>
            </a:r>
            <a:r>
              <a:rPr lang="en-US" sz="2000" dirty="0">
                <a:latin typeface="Microsoft Yi Baiti" panose="03000500000000000000" pitchFamily="66" charset="0"/>
                <a:ea typeface="Microsoft Yi Baiti" panose="03000500000000000000" pitchFamily="66" charset="0"/>
                <a:hlinkClick r:id="rId12" tooltip="ve anlamına gelen bağlaç, böylece, böylelikle, bu nedenle, rakamları söylemede veya toplamada kullanılır..."/>
              </a:rPr>
              <a:t>and</a:t>
            </a:r>
            <a:r>
              <a:rPr lang="en-US" sz="2000" dirty="0">
                <a:latin typeface="Microsoft Yi Baiti" panose="03000500000000000000" pitchFamily="66" charset="0"/>
                <a:ea typeface="Microsoft Yi Baiti" panose="03000500000000000000" pitchFamily="66" charset="0"/>
              </a:rPr>
              <a:t> </a:t>
            </a:r>
            <a:r>
              <a:rPr lang="en-US" sz="2000" dirty="0">
                <a:latin typeface="Microsoft Yi Baiti" panose="03000500000000000000" pitchFamily="66" charset="0"/>
                <a:ea typeface="Microsoft Yi Baiti" panose="03000500000000000000" pitchFamily="66" charset="0"/>
                <a:hlinkClick r:id="rId13" tooltip="teklikeli, riskli"/>
              </a:rPr>
              <a:t>risky</a:t>
            </a:r>
            <a:r>
              <a:rPr lang="en-US" sz="2000" dirty="0">
                <a:latin typeface="Microsoft Yi Baiti" panose="03000500000000000000" pitchFamily="66" charset="0"/>
                <a:ea typeface="Microsoft Yi Baiti" panose="03000500000000000000" pitchFamily="66" charset="0"/>
              </a:rPr>
              <a:t> ways </a:t>
            </a:r>
            <a:r>
              <a:rPr lang="en-US" sz="2000" dirty="0">
                <a:latin typeface="Microsoft Yi Baiti" panose="03000500000000000000" pitchFamily="66" charset="0"/>
                <a:ea typeface="Microsoft Yi Baiti" panose="03000500000000000000" pitchFamily="66" charset="0"/>
                <a:hlinkClick r:id="rId14" tooltip="kala, ...için, ...a/e..."/>
              </a:rPr>
              <a:t>to</a:t>
            </a:r>
            <a:r>
              <a:rPr lang="en-US" sz="2000" dirty="0">
                <a:latin typeface="Microsoft Yi Baiti" panose="03000500000000000000" pitchFamily="66" charset="0"/>
                <a:ea typeface="Microsoft Yi Baiti" panose="03000500000000000000" pitchFamily="66" charset="0"/>
              </a:rPr>
              <a:t> </a:t>
            </a:r>
            <a:r>
              <a:rPr lang="en-US" sz="2000" dirty="0">
                <a:latin typeface="Microsoft Yi Baiti" panose="03000500000000000000" pitchFamily="66" charset="0"/>
                <a:ea typeface="Microsoft Yi Baiti" panose="03000500000000000000" pitchFamily="66" charset="0"/>
                <a:hlinkClick r:id="rId15" tooltip="artış, çoğalma, art(ır)mak, çoğal(t)mak"/>
              </a:rPr>
              <a:t>increase</a:t>
            </a:r>
            <a:r>
              <a:rPr lang="en-US" sz="2000" dirty="0">
                <a:latin typeface="Microsoft Yi Baiti" panose="03000500000000000000" pitchFamily="66" charset="0"/>
                <a:ea typeface="Microsoft Yi Baiti" panose="03000500000000000000" pitchFamily="66" charset="0"/>
              </a:rPr>
              <a:t> creativity.</a:t>
            </a:r>
            <a:endParaRPr sz="2000" dirty="0">
              <a:latin typeface="Microsoft Yi Baiti" panose="03000500000000000000" pitchFamily="66" charset="0"/>
              <a:ea typeface="Microsoft Yi Baiti" panose="03000500000000000000" pitchFamily="66" charset="0"/>
            </a:endParaRPr>
          </a:p>
        </p:txBody>
      </p:sp>
      <p:pic>
        <p:nvPicPr>
          <p:cNvPr id="2050" name="Picture 2" descr="Netflix&amp;#39;te İzlenmesi Gereken Belgeseller - 1 - Söylenti Dergi">
            <a:extLst>
              <a:ext uri="{FF2B5EF4-FFF2-40B4-BE49-F238E27FC236}">
                <a16:creationId xmlns:a16="http://schemas.microsoft.com/office/drawing/2014/main" id="{9D2A2303-2632-4B81-AD3E-7DCF1295CE0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84090" y="3102505"/>
            <a:ext cx="3175819" cy="17863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grpSp>
        <p:nvGrpSpPr>
          <p:cNvPr id="310" name="Google Shape;310;p42"/>
          <p:cNvGrpSpPr/>
          <p:nvPr/>
        </p:nvGrpSpPr>
        <p:grpSpPr>
          <a:xfrm>
            <a:off x="5805647" y="1110975"/>
            <a:ext cx="2983649" cy="4032537"/>
            <a:chOff x="5805647" y="1110975"/>
            <a:chExt cx="2983649" cy="4032537"/>
          </a:xfrm>
        </p:grpSpPr>
        <p:grpSp>
          <p:nvGrpSpPr>
            <p:cNvPr id="311" name="Google Shape;311;p42"/>
            <p:cNvGrpSpPr/>
            <p:nvPr/>
          </p:nvGrpSpPr>
          <p:grpSpPr>
            <a:xfrm>
              <a:off x="5805647" y="1110975"/>
              <a:ext cx="2983649" cy="2983649"/>
              <a:chOff x="2657119" y="317371"/>
              <a:chExt cx="989700" cy="989700"/>
            </a:xfrm>
          </p:grpSpPr>
          <p:sp>
            <p:nvSpPr>
              <p:cNvPr id="312" name="Google Shape;312;p42"/>
              <p:cNvSpPr/>
              <p:nvPr/>
            </p:nvSpPr>
            <p:spPr>
              <a:xfrm>
                <a:off x="2657119" y="317371"/>
                <a:ext cx="989700" cy="989700"/>
              </a:xfrm>
              <a:prstGeom prst="ellipse">
                <a:avLst/>
              </a:pr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42"/>
              <p:cNvSpPr/>
              <p:nvPr/>
            </p:nvSpPr>
            <p:spPr>
              <a:xfrm>
                <a:off x="2726903" y="400075"/>
                <a:ext cx="850200" cy="850200"/>
              </a:xfrm>
              <a:prstGeom prst="ellipse">
                <a:avLst/>
              </a:pr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42"/>
              <p:cNvSpPr/>
              <p:nvPr/>
            </p:nvSpPr>
            <p:spPr>
              <a:xfrm>
                <a:off x="2801670" y="474883"/>
                <a:ext cx="700800" cy="700800"/>
              </a:xfrm>
              <a:prstGeom prst="ellipse">
                <a:avLst/>
              </a:pr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5" name="Google Shape;315;p42"/>
            <p:cNvGrpSpPr/>
            <p:nvPr/>
          </p:nvGrpSpPr>
          <p:grpSpPr>
            <a:xfrm>
              <a:off x="6134307" y="1667098"/>
              <a:ext cx="2326325" cy="3476413"/>
              <a:chOff x="-2611531" y="984873"/>
              <a:chExt cx="2326325" cy="3476413"/>
            </a:xfrm>
          </p:grpSpPr>
          <p:sp>
            <p:nvSpPr>
              <p:cNvPr id="316" name="Google Shape;316;p42"/>
              <p:cNvSpPr/>
              <p:nvPr/>
            </p:nvSpPr>
            <p:spPr>
              <a:xfrm>
                <a:off x="-2611531" y="984873"/>
                <a:ext cx="2326325" cy="3476413"/>
              </a:xfrm>
              <a:custGeom>
                <a:avLst/>
                <a:gdLst/>
                <a:ahLst/>
                <a:cxnLst/>
                <a:rect l="l" t="t" r="r" b="b"/>
                <a:pathLst>
                  <a:path w="13671" h="20430" extrusionOk="0">
                    <a:moveTo>
                      <a:pt x="6964" y="1"/>
                    </a:moveTo>
                    <a:cubicBezTo>
                      <a:pt x="6626" y="1"/>
                      <a:pt x="6286" y="29"/>
                      <a:pt x="5947" y="87"/>
                    </a:cubicBezTo>
                    <a:cubicBezTo>
                      <a:pt x="1182" y="870"/>
                      <a:pt x="1208" y="6151"/>
                      <a:pt x="1208" y="6151"/>
                    </a:cubicBezTo>
                    <a:lnTo>
                      <a:pt x="1" y="10040"/>
                    </a:lnTo>
                    <a:lnTo>
                      <a:pt x="1288" y="10040"/>
                    </a:lnTo>
                    <a:lnTo>
                      <a:pt x="1434" y="13292"/>
                    </a:lnTo>
                    <a:lnTo>
                      <a:pt x="4393" y="13648"/>
                    </a:lnTo>
                    <a:lnTo>
                      <a:pt x="3386" y="20429"/>
                    </a:lnTo>
                    <a:lnTo>
                      <a:pt x="12384" y="20429"/>
                    </a:lnTo>
                    <a:lnTo>
                      <a:pt x="11097" y="10728"/>
                    </a:lnTo>
                    <a:cubicBezTo>
                      <a:pt x="13671" y="5778"/>
                      <a:pt x="12464" y="3033"/>
                      <a:pt x="10922" y="1558"/>
                    </a:cubicBezTo>
                    <a:cubicBezTo>
                      <a:pt x="9846" y="534"/>
                      <a:pt x="8427" y="1"/>
                      <a:pt x="69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42"/>
              <p:cNvSpPr/>
              <p:nvPr/>
            </p:nvSpPr>
            <p:spPr>
              <a:xfrm>
                <a:off x="-1882042" y="2751674"/>
                <a:ext cx="587239" cy="679798"/>
              </a:xfrm>
              <a:custGeom>
                <a:avLst/>
                <a:gdLst/>
                <a:ahLst/>
                <a:cxnLst/>
                <a:rect l="l" t="t" r="r" b="b"/>
                <a:pathLst>
                  <a:path w="3451" h="3995" extrusionOk="0">
                    <a:moveTo>
                      <a:pt x="3450" y="1"/>
                    </a:moveTo>
                    <a:cubicBezTo>
                      <a:pt x="3399" y="281"/>
                      <a:pt x="3291" y="545"/>
                      <a:pt x="3173" y="810"/>
                    </a:cubicBezTo>
                    <a:cubicBezTo>
                      <a:pt x="2867" y="1475"/>
                      <a:pt x="2415" y="2084"/>
                      <a:pt x="1858" y="2561"/>
                    </a:cubicBezTo>
                    <a:cubicBezTo>
                      <a:pt x="1396" y="2972"/>
                      <a:pt x="810" y="3278"/>
                      <a:pt x="173" y="3278"/>
                    </a:cubicBezTo>
                    <a:lnTo>
                      <a:pt x="106" y="3278"/>
                    </a:lnTo>
                    <a:lnTo>
                      <a:pt x="1" y="3995"/>
                    </a:lnTo>
                    <a:cubicBezTo>
                      <a:pt x="1" y="3995"/>
                      <a:pt x="3173" y="3437"/>
                      <a:pt x="3450" y="1"/>
                    </a:cubicBezTo>
                    <a:close/>
                  </a:path>
                </a:pathLst>
              </a:custGeom>
              <a:solidFill>
                <a:srgbClr val="FFC7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42"/>
              <p:cNvSpPr/>
              <p:nvPr/>
            </p:nvSpPr>
            <p:spPr>
              <a:xfrm>
                <a:off x="-1069004" y="2331712"/>
                <a:ext cx="246229" cy="2127368"/>
              </a:xfrm>
              <a:custGeom>
                <a:avLst/>
                <a:gdLst/>
                <a:ahLst/>
                <a:cxnLst/>
                <a:rect l="l" t="t" r="r" b="b"/>
                <a:pathLst>
                  <a:path w="1447" h="12502" extrusionOk="0">
                    <a:moveTo>
                      <a:pt x="730" y="0"/>
                    </a:moveTo>
                    <a:cubicBezTo>
                      <a:pt x="332" y="0"/>
                      <a:pt x="0" y="134"/>
                      <a:pt x="0" y="306"/>
                    </a:cubicBezTo>
                    <a:lnTo>
                      <a:pt x="0" y="12501"/>
                    </a:lnTo>
                    <a:lnTo>
                      <a:pt x="1434" y="12501"/>
                    </a:lnTo>
                    <a:lnTo>
                      <a:pt x="1446" y="306"/>
                    </a:lnTo>
                    <a:cubicBezTo>
                      <a:pt x="1446" y="134"/>
                      <a:pt x="1128" y="0"/>
                      <a:pt x="730" y="0"/>
                    </a:cubicBezTo>
                    <a:close/>
                  </a:path>
                </a:pathLst>
              </a:custGeom>
              <a:solidFill>
                <a:srgbClr val="FEE0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42"/>
              <p:cNvSpPr/>
              <p:nvPr/>
            </p:nvSpPr>
            <p:spPr>
              <a:xfrm>
                <a:off x="-822948" y="2718151"/>
                <a:ext cx="170" cy="8848"/>
              </a:xfrm>
              <a:custGeom>
                <a:avLst/>
                <a:gdLst/>
                <a:ahLst/>
                <a:cxnLst/>
                <a:rect l="l" t="t" r="r" b="b"/>
                <a:pathLst>
                  <a:path w="1" h="52" extrusionOk="0">
                    <a:moveTo>
                      <a:pt x="0" y="0"/>
                    </a:moveTo>
                    <a:lnTo>
                      <a:pt x="0" y="51"/>
                    </a:lnTo>
                    <a:lnTo>
                      <a:pt x="0" y="51"/>
                    </a:lnTo>
                    <a:close/>
                  </a:path>
                </a:pathLst>
              </a:custGeom>
              <a:solidFill>
                <a:srgbClr val="FE9F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42"/>
              <p:cNvSpPr/>
              <p:nvPr/>
            </p:nvSpPr>
            <p:spPr>
              <a:xfrm>
                <a:off x="-1069004" y="2677483"/>
                <a:ext cx="246229" cy="49517"/>
              </a:xfrm>
              <a:custGeom>
                <a:avLst/>
                <a:gdLst/>
                <a:ahLst/>
                <a:cxnLst/>
                <a:rect l="l" t="t" r="r" b="b"/>
                <a:pathLst>
                  <a:path w="1447" h="291" extrusionOk="0">
                    <a:moveTo>
                      <a:pt x="1446" y="0"/>
                    </a:moveTo>
                    <a:lnTo>
                      <a:pt x="0" y="198"/>
                    </a:lnTo>
                    <a:lnTo>
                      <a:pt x="0" y="290"/>
                    </a:lnTo>
                    <a:lnTo>
                      <a:pt x="1446" y="290"/>
                    </a:lnTo>
                    <a:lnTo>
                      <a:pt x="1446" y="239"/>
                    </a:lnTo>
                    <a:lnTo>
                      <a:pt x="1446" y="0"/>
                    </a:lnTo>
                    <a:close/>
                  </a:path>
                </a:pathLst>
              </a:custGeom>
              <a:solidFill>
                <a:srgbClr val="FE8F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42"/>
              <p:cNvSpPr/>
              <p:nvPr/>
            </p:nvSpPr>
            <p:spPr>
              <a:xfrm>
                <a:off x="-822948" y="2925750"/>
                <a:ext cx="170" cy="13613"/>
              </a:xfrm>
              <a:custGeom>
                <a:avLst/>
                <a:gdLst/>
                <a:ahLst/>
                <a:cxnLst/>
                <a:rect l="l" t="t" r="r" b="b"/>
                <a:pathLst>
                  <a:path w="1" h="80" extrusionOk="0">
                    <a:moveTo>
                      <a:pt x="0" y="0"/>
                    </a:moveTo>
                    <a:lnTo>
                      <a:pt x="0" y="80"/>
                    </a:lnTo>
                    <a:lnTo>
                      <a:pt x="0" y="80"/>
                    </a:lnTo>
                    <a:close/>
                  </a:path>
                </a:pathLst>
              </a:custGeom>
              <a:solidFill>
                <a:srgbClr val="FE9F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42"/>
              <p:cNvSpPr/>
              <p:nvPr/>
            </p:nvSpPr>
            <p:spPr>
              <a:xfrm>
                <a:off x="-1069004" y="2891547"/>
                <a:ext cx="246229" cy="47816"/>
              </a:xfrm>
              <a:custGeom>
                <a:avLst/>
                <a:gdLst/>
                <a:ahLst/>
                <a:cxnLst/>
                <a:rect l="l" t="t" r="r" b="b"/>
                <a:pathLst>
                  <a:path w="1447" h="281" extrusionOk="0">
                    <a:moveTo>
                      <a:pt x="0" y="0"/>
                    </a:moveTo>
                    <a:lnTo>
                      <a:pt x="0" y="281"/>
                    </a:lnTo>
                    <a:lnTo>
                      <a:pt x="1446" y="281"/>
                    </a:lnTo>
                    <a:lnTo>
                      <a:pt x="1446" y="201"/>
                    </a:lnTo>
                    <a:lnTo>
                      <a:pt x="0" y="0"/>
                    </a:lnTo>
                    <a:close/>
                  </a:path>
                </a:pathLst>
              </a:custGeom>
              <a:solidFill>
                <a:srgbClr val="FE8F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42"/>
              <p:cNvSpPr/>
              <p:nvPr/>
            </p:nvSpPr>
            <p:spPr>
              <a:xfrm>
                <a:off x="-822948" y="3103910"/>
                <a:ext cx="170" cy="47986"/>
              </a:xfrm>
              <a:custGeom>
                <a:avLst/>
                <a:gdLst/>
                <a:ahLst/>
                <a:cxnLst/>
                <a:rect l="l" t="t" r="r" b="b"/>
                <a:pathLst>
                  <a:path w="1" h="282" extrusionOk="0">
                    <a:moveTo>
                      <a:pt x="0" y="1"/>
                    </a:moveTo>
                    <a:lnTo>
                      <a:pt x="0" y="1"/>
                    </a:lnTo>
                    <a:lnTo>
                      <a:pt x="0" y="281"/>
                    </a:lnTo>
                    <a:lnTo>
                      <a:pt x="0" y="281"/>
                    </a:lnTo>
                    <a:close/>
                  </a:path>
                </a:pathLst>
              </a:custGeom>
              <a:solidFill>
                <a:srgbClr val="FE9F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42"/>
              <p:cNvSpPr/>
              <p:nvPr/>
            </p:nvSpPr>
            <p:spPr>
              <a:xfrm>
                <a:off x="-1069004" y="3103910"/>
                <a:ext cx="246229" cy="47986"/>
              </a:xfrm>
              <a:custGeom>
                <a:avLst/>
                <a:gdLst/>
                <a:ahLst/>
                <a:cxnLst/>
                <a:rect l="l" t="t" r="r" b="b"/>
                <a:pathLst>
                  <a:path w="1447" h="282" extrusionOk="0">
                    <a:moveTo>
                      <a:pt x="1446" y="1"/>
                    </a:moveTo>
                    <a:lnTo>
                      <a:pt x="0" y="186"/>
                    </a:lnTo>
                    <a:lnTo>
                      <a:pt x="0" y="281"/>
                    </a:lnTo>
                    <a:lnTo>
                      <a:pt x="1446" y="281"/>
                    </a:lnTo>
                    <a:lnTo>
                      <a:pt x="1446" y="1"/>
                    </a:lnTo>
                    <a:close/>
                  </a:path>
                </a:pathLst>
              </a:custGeom>
              <a:solidFill>
                <a:srgbClr val="FE8F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42"/>
              <p:cNvSpPr/>
              <p:nvPr/>
            </p:nvSpPr>
            <p:spPr>
              <a:xfrm>
                <a:off x="-822948" y="3349966"/>
                <a:ext cx="170" cy="15995"/>
              </a:xfrm>
              <a:custGeom>
                <a:avLst/>
                <a:gdLst/>
                <a:ahLst/>
                <a:cxnLst/>
                <a:rect l="l" t="t" r="r" b="b"/>
                <a:pathLst>
                  <a:path w="1" h="94" extrusionOk="0">
                    <a:moveTo>
                      <a:pt x="0" y="1"/>
                    </a:moveTo>
                    <a:lnTo>
                      <a:pt x="0" y="93"/>
                    </a:lnTo>
                    <a:lnTo>
                      <a:pt x="0" y="93"/>
                    </a:lnTo>
                    <a:close/>
                  </a:path>
                </a:pathLst>
              </a:custGeom>
              <a:solidFill>
                <a:srgbClr val="FE9F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42"/>
              <p:cNvSpPr/>
              <p:nvPr/>
            </p:nvSpPr>
            <p:spPr>
              <a:xfrm>
                <a:off x="-1069004" y="3316444"/>
                <a:ext cx="246229" cy="49517"/>
              </a:xfrm>
              <a:custGeom>
                <a:avLst/>
                <a:gdLst/>
                <a:ahLst/>
                <a:cxnLst/>
                <a:rect l="l" t="t" r="r" b="b"/>
                <a:pathLst>
                  <a:path w="1447" h="291" extrusionOk="0">
                    <a:moveTo>
                      <a:pt x="0" y="0"/>
                    </a:moveTo>
                    <a:lnTo>
                      <a:pt x="0" y="290"/>
                    </a:lnTo>
                    <a:lnTo>
                      <a:pt x="1446" y="290"/>
                    </a:lnTo>
                    <a:lnTo>
                      <a:pt x="1446" y="198"/>
                    </a:lnTo>
                    <a:lnTo>
                      <a:pt x="0" y="0"/>
                    </a:lnTo>
                    <a:close/>
                  </a:path>
                </a:pathLst>
              </a:custGeom>
              <a:solidFill>
                <a:srgbClr val="FE8F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42"/>
              <p:cNvSpPr/>
              <p:nvPr/>
            </p:nvSpPr>
            <p:spPr>
              <a:xfrm>
                <a:off x="-825160" y="3528296"/>
                <a:ext cx="2382" cy="47986"/>
              </a:xfrm>
              <a:custGeom>
                <a:avLst/>
                <a:gdLst/>
                <a:ahLst/>
                <a:cxnLst/>
                <a:rect l="l" t="t" r="r" b="b"/>
                <a:pathLst>
                  <a:path w="14" h="282" extrusionOk="0">
                    <a:moveTo>
                      <a:pt x="13" y="1"/>
                    </a:moveTo>
                    <a:lnTo>
                      <a:pt x="1" y="281"/>
                    </a:lnTo>
                    <a:lnTo>
                      <a:pt x="13" y="281"/>
                    </a:lnTo>
                    <a:lnTo>
                      <a:pt x="13" y="1"/>
                    </a:lnTo>
                    <a:close/>
                  </a:path>
                </a:pathLst>
              </a:custGeom>
              <a:solidFill>
                <a:srgbClr val="FE9F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42"/>
              <p:cNvSpPr/>
              <p:nvPr/>
            </p:nvSpPr>
            <p:spPr>
              <a:xfrm>
                <a:off x="-1069004" y="3528296"/>
                <a:ext cx="246229" cy="47986"/>
              </a:xfrm>
              <a:custGeom>
                <a:avLst/>
                <a:gdLst/>
                <a:ahLst/>
                <a:cxnLst/>
                <a:rect l="l" t="t" r="r" b="b"/>
                <a:pathLst>
                  <a:path w="1447" h="282" extrusionOk="0">
                    <a:moveTo>
                      <a:pt x="1446" y="1"/>
                    </a:moveTo>
                    <a:lnTo>
                      <a:pt x="0" y="201"/>
                    </a:lnTo>
                    <a:lnTo>
                      <a:pt x="0" y="281"/>
                    </a:lnTo>
                    <a:lnTo>
                      <a:pt x="1434" y="281"/>
                    </a:lnTo>
                    <a:lnTo>
                      <a:pt x="1446" y="1"/>
                    </a:lnTo>
                    <a:close/>
                  </a:path>
                </a:pathLst>
              </a:custGeom>
              <a:solidFill>
                <a:srgbClr val="FE8F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42"/>
              <p:cNvSpPr/>
              <p:nvPr/>
            </p:nvSpPr>
            <p:spPr>
              <a:xfrm>
                <a:off x="-825160" y="3777074"/>
                <a:ext cx="2382" cy="13783"/>
              </a:xfrm>
              <a:custGeom>
                <a:avLst/>
                <a:gdLst/>
                <a:ahLst/>
                <a:cxnLst/>
                <a:rect l="l" t="t" r="r" b="b"/>
                <a:pathLst>
                  <a:path w="14" h="81" extrusionOk="0">
                    <a:moveTo>
                      <a:pt x="1" y="1"/>
                    </a:moveTo>
                    <a:lnTo>
                      <a:pt x="1" y="80"/>
                    </a:lnTo>
                    <a:lnTo>
                      <a:pt x="13" y="80"/>
                    </a:lnTo>
                    <a:lnTo>
                      <a:pt x="13" y="1"/>
                    </a:lnTo>
                    <a:close/>
                  </a:path>
                </a:pathLst>
              </a:custGeom>
              <a:solidFill>
                <a:srgbClr val="FE9F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42"/>
              <p:cNvSpPr/>
              <p:nvPr/>
            </p:nvSpPr>
            <p:spPr>
              <a:xfrm>
                <a:off x="-1069004" y="3743042"/>
                <a:ext cx="244017" cy="47816"/>
              </a:xfrm>
              <a:custGeom>
                <a:avLst/>
                <a:gdLst/>
                <a:ahLst/>
                <a:cxnLst/>
                <a:rect l="l" t="t" r="r" b="b"/>
                <a:pathLst>
                  <a:path w="1434" h="281" extrusionOk="0">
                    <a:moveTo>
                      <a:pt x="0" y="0"/>
                    </a:moveTo>
                    <a:lnTo>
                      <a:pt x="0" y="280"/>
                    </a:lnTo>
                    <a:lnTo>
                      <a:pt x="1434" y="280"/>
                    </a:lnTo>
                    <a:lnTo>
                      <a:pt x="1434" y="201"/>
                    </a:lnTo>
                    <a:lnTo>
                      <a:pt x="0" y="0"/>
                    </a:lnTo>
                    <a:close/>
                  </a:path>
                </a:pathLst>
              </a:custGeom>
              <a:solidFill>
                <a:srgbClr val="FE8F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2"/>
              <p:cNvSpPr/>
              <p:nvPr/>
            </p:nvSpPr>
            <p:spPr>
              <a:xfrm>
                <a:off x="-825160" y="3953193"/>
                <a:ext cx="2382" cy="49517"/>
              </a:xfrm>
              <a:custGeom>
                <a:avLst/>
                <a:gdLst/>
                <a:ahLst/>
                <a:cxnLst/>
                <a:rect l="l" t="t" r="r" b="b"/>
                <a:pathLst>
                  <a:path w="14" h="291" extrusionOk="0">
                    <a:moveTo>
                      <a:pt x="1" y="1"/>
                    </a:moveTo>
                    <a:lnTo>
                      <a:pt x="1" y="291"/>
                    </a:lnTo>
                    <a:lnTo>
                      <a:pt x="13" y="291"/>
                    </a:lnTo>
                    <a:lnTo>
                      <a:pt x="13" y="1"/>
                    </a:lnTo>
                    <a:close/>
                  </a:path>
                </a:pathLst>
              </a:custGeom>
              <a:solidFill>
                <a:srgbClr val="FE9F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42"/>
              <p:cNvSpPr/>
              <p:nvPr/>
            </p:nvSpPr>
            <p:spPr>
              <a:xfrm>
                <a:off x="-1069004" y="3953193"/>
                <a:ext cx="244017" cy="49517"/>
              </a:xfrm>
              <a:custGeom>
                <a:avLst/>
                <a:gdLst/>
                <a:ahLst/>
                <a:cxnLst/>
                <a:rect l="l" t="t" r="r" b="b"/>
                <a:pathLst>
                  <a:path w="1434" h="291" extrusionOk="0">
                    <a:moveTo>
                      <a:pt x="1434" y="1"/>
                    </a:moveTo>
                    <a:lnTo>
                      <a:pt x="0" y="198"/>
                    </a:lnTo>
                    <a:lnTo>
                      <a:pt x="0" y="291"/>
                    </a:lnTo>
                    <a:lnTo>
                      <a:pt x="1434" y="291"/>
                    </a:lnTo>
                    <a:lnTo>
                      <a:pt x="1434" y="1"/>
                    </a:lnTo>
                    <a:close/>
                  </a:path>
                </a:pathLst>
              </a:custGeom>
              <a:solidFill>
                <a:srgbClr val="FE8F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42"/>
              <p:cNvSpPr/>
              <p:nvPr/>
            </p:nvSpPr>
            <p:spPr>
              <a:xfrm>
                <a:off x="-825160" y="4201460"/>
                <a:ext cx="2382" cy="15825"/>
              </a:xfrm>
              <a:custGeom>
                <a:avLst/>
                <a:gdLst/>
                <a:ahLst/>
                <a:cxnLst/>
                <a:rect l="l" t="t" r="r" b="b"/>
                <a:pathLst>
                  <a:path w="14" h="93" extrusionOk="0">
                    <a:moveTo>
                      <a:pt x="1" y="1"/>
                    </a:moveTo>
                    <a:lnTo>
                      <a:pt x="1" y="93"/>
                    </a:lnTo>
                    <a:lnTo>
                      <a:pt x="13" y="93"/>
                    </a:lnTo>
                    <a:lnTo>
                      <a:pt x="13" y="1"/>
                    </a:lnTo>
                    <a:close/>
                  </a:path>
                </a:pathLst>
              </a:custGeom>
              <a:solidFill>
                <a:srgbClr val="FE9F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42"/>
              <p:cNvSpPr/>
              <p:nvPr/>
            </p:nvSpPr>
            <p:spPr>
              <a:xfrm>
                <a:off x="-1069004" y="4167938"/>
                <a:ext cx="244017" cy="49347"/>
              </a:xfrm>
              <a:custGeom>
                <a:avLst/>
                <a:gdLst/>
                <a:ahLst/>
                <a:cxnLst/>
                <a:rect l="l" t="t" r="r" b="b"/>
                <a:pathLst>
                  <a:path w="1434" h="290" extrusionOk="0">
                    <a:moveTo>
                      <a:pt x="0" y="0"/>
                    </a:moveTo>
                    <a:lnTo>
                      <a:pt x="0" y="290"/>
                    </a:lnTo>
                    <a:lnTo>
                      <a:pt x="1434" y="290"/>
                    </a:lnTo>
                    <a:lnTo>
                      <a:pt x="1434" y="198"/>
                    </a:lnTo>
                    <a:lnTo>
                      <a:pt x="0" y="0"/>
                    </a:lnTo>
                    <a:close/>
                  </a:path>
                </a:pathLst>
              </a:custGeom>
              <a:solidFill>
                <a:srgbClr val="FE8F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42"/>
              <p:cNvSpPr/>
              <p:nvPr/>
            </p:nvSpPr>
            <p:spPr>
              <a:xfrm>
                <a:off x="-2327018" y="1097181"/>
                <a:ext cx="1798134" cy="1438724"/>
              </a:xfrm>
              <a:custGeom>
                <a:avLst/>
                <a:gdLst/>
                <a:ahLst/>
                <a:cxnLst/>
                <a:rect l="l" t="t" r="r" b="b"/>
                <a:pathLst>
                  <a:path w="10567" h="8455" extrusionOk="0">
                    <a:moveTo>
                      <a:pt x="4972" y="0"/>
                    </a:moveTo>
                    <a:cubicBezTo>
                      <a:pt x="4276" y="0"/>
                      <a:pt x="3562" y="144"/>
                      <a:pt x="2867" y="462"/>
                    </a:cubicBezTo>
                    <a:cubicBezTo>
                      <a:pt x="1727" y="991"/>
                      <a:pt x="1" y="2809"/>
                      <a:pt x="1157" y="4112"/>
                    </a:cubicBezTo>
                    <a:cubicBezTo>
                      <a:pt x="1183" y="4150"/>
                      <a:pt x="1224" y="4175"/>
                      <a:pt x="1249" y="4204"/>
                    </a:cubicBezTo>
                    <a:cubicBezTo>
                      <a:pt x="1660" y="4590"/>
                      <a:pt x="2179" y="4535"/>
                      <a:pt x="2721" y="4561"/>
                    </a:cubicBezTo>
                    <a:cubicBezTo>
                      <a:pt x="3399" y="4602"/>
                      <a:pt x="4062" y="4762"/>
                      <a:pt x="4594" y="5185"/>
                    </a:cubicBezTo>
                    <a:cubicBezTo>
                      <a:pt x="5218" y="5676"/>
                      <a:pt x="5364" y="6459"/>
                      <a:pt x="5696" y="7138"/>
                    </a:cubicBezTo>
                    <a:cubicBezTo>
                      <a:pt x="6081" y="7905"/>
                      <a:pt x="6823" y="8396"/>
                      <a:pt x="7686" y="8450"/>
                    </a:cubicBezTo>
                    <a:cubicBezTo>
                      <a:pt x="7746" y="8453"/>
                      <a:pt x="7805" y="8455"/>
                      <a:pt x="7863" y="8455"/>
                    </a:cubicBezTo>
                    <a:cubicBezTo>
                      <a:pt x="10211" y="8455"/>
                      <a:pt x="10566" y="5593"/>
                      <a:pt x="10075" y="3806"/>
                    </a:cubicBezTo>
                    <a:cubicBezTo>
                      <a:pt x="9462" y="1627"/>
                      <a:pt x="7311" y="0"/>
                      <a:pt x="4972" y="0"/>
                    </a:cubicBezTo>
                    <a:close/>
                  </a:path>
                </a:pathLst>
              </a:custGeom>
              <a:solidFill>
                <a:srgbClr val="7D62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42"/>
              <p:cNvSpPr/>
              <p:nvPr/>
            </p:nvSpPr>
            <p:spPr>
              <a:xfrm>
                <a:off x="-2311193" y="1200640"/>
                <a:ext cx="1723601" cy="1335263"/>
              </a:xfrm>
              <a:custGeom>
                <a:avLst/>
                <a:gdLst/>
                <a:ahLst/>
                <a:cxnLst/>
                <a:rect l="l" t="t" r="r" b="b"/>
                <a:pathLst>
                  <a:path w="10129" h="7847" extrusionOk="0">
                    <a:moveTo>
                      <a:pt x="2510" y="0"/>
                    </a:moveTo>
                    <a:cubicBezTo>
                      <a:pt x="1383" y="663"/>
                      <a:pt x="0" y="2309"/>
                      <a:pt x="1064" y="3504"/>
                    </a:cubicBezTo>
                    <a:cubicBezTo>
                      <a:pt x="1090" y="3542"/>
                      <a:pt x="1131" y="3567"/>
                      <a:pt x="1156" y="3596"/>
                    </a:cubicBezTo>
                    <a:cubicBezTo>
                      <a:pt x="1567" y="3982"/>
                      <a:pt x="2086" y="3927"/>
                      <a:pt x="2628" y="3953"/>
                    </a:cubicBezTo>
                    <a:cubicBezTo>
                      <a:pt x="3306" y="3994"/>
                      <a:pt x="3969" y="4154"/>
                      <a:pt x="4501" y="4577"/>
                    </a:cubicBezTo>
                    <a:cubicBezTo>
                      <a:pt x="5125" y="5068"/>
                      <a:pt x="5271" y="5851"/>
                      <a:pt x="5603" y="6530"/>
                    </a:cubicBezTo>
                    <a:cubicBezTo>
                      <a:pt x="5988" y="7297"/>
                      <a:pt x="6730" y="7788"/>
                      <a:pt x="7593" y="7842"/>
                    </a:cubicBezTo>
                    <a:cubicBezTo>
                      <a:pt x="7651" y="7845"/>
                      <a:pt x="7709" y="7847"/>
                      <a:pt x="7765" y="7847"/>
                    </a:cubicBezTo>
                    <a:cubicBezTo>
                      <a:pt x="9288" y="7847"/>
                      <a:pt x="9975" y="6653"/>
                      <a:pt x="10129" y="5335"/>
                    </a:cubicBezTo>
                    <a:lnTo>
                      <a:pt x="6609" y="5335"/>
                    </a:lnTo>
                    <a:cubicBezTo>
                      <a:pt x="6291" y="5335"/>
                      <a:pt x="6014" y="5135"/>
                      <a:pt x="5893" y="4857"/>
                    </a:cubicBezTo>
                    <a:cubicBezTo>
                      <a:pt x="5721" y="4431"/>
                      <a:pt x="5536" y="4020"/>
                      <a:pt x="5150" y="3714"/>
                    </a:cubicBezTo>
                    <a:cubicBezTo>
                      <a:pt x="4647" y="3316"/>
                      <a:pt x="4023" y="3157"/>
                      <a:pt x="3386" y="3131"/>
                    </a:cubicBezTo>
                    <a:cubicBezTo>
                      <a:pt x="2883" y="3106"/>
                      <a:pt x="2405" y="3157"/>
                      <a:pt x="2007" y="2800"/>
                    </a:cubicBezTo>
                    <a:cubicBezTo>
                      <a:pt x="1978" y="2771"/>
                      <a:pt x="1953" y="2733"/>
                      <a:pt x="1927" y="2708"/>
                    </a:cubicBezTo>
                    <a:cubicBezTo>
                      <a:pt x="1169" y="1844"/>
                      <a:pt x="1727" y="755"/>
                      <a:pt x="2510" y="0"/>
                    </a:cubicBezTo>
                    <a:close/>
                  </a:path>
                </a:pathLst>
              </a:custGeom>
              <a:solidFill>
                <a:srgbClr val="322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42"/>
              <p:cNvSpPr/>
              <p:nvPr/>
            </p:nvSpPr>
            <p:spPr>
              <a:xfrm>
                <a:off x="-1920499" y="1286232"/>
                <a:ext cx="406694" cy="404476"/>
              </a:xfrm>
              <a:custGeom>
                <a:avLst/>
                <a:gdLst/>
                <a:ahLst/>
                <a:cxnLst/>
                <a:rect l="l" t="t" r="r" b="b"/>
                <a:pathLst>
                  <a:path w="2390" h="2377" extrusionOk="0">
                    <a:moveTo>
                      <a:pt x="1195" y="545"/>
                    </a:moveTo>
                    <a:cubicBezTo>
                      <a:pt x="1555" y="545"/>
                      <a:pt x="1845" y="822"/>
                      <a:pt x="1845" y="1182"/>
                    </a:cubicBezTo>
                    <a:cubicBezTo>
                      <a:pt x="1845" y="1539"/>
                      <a:pt x="1555" y="1832"/>
                      <a:pt x="1195" y="1832"/>
                    </a:cubicBezTo>
                    <a:cubicBezTo>
                      <a:pt x="838" y="1832"/>
                      <a:pt x="545" y="1539"/>
                      <a:pt x="545" y="1182"/>
                    </a:cubicBezTo>
                    <a:cubicBezTo>
                      <a:pt x="545" y="822"/>
                      <a:pt x="838" y="545"/>
                      <a:pt x="1195" y="545"/>
                    </a:cubicBezTo>
                    <a:close/>
                    <a:moveTo>
                      <a:pt x="1023" y="1"/>
                    </a:moveTo>
                    <a:lnTo>
                      <a:pt x="1023" y="306"/>
                    </a:lnTo>
                    <a:cubicBezTo>
                      <a:pt x="905" y="332"/>
                      <a:pt x="810" y="373"/>
                      <a:pt x="717" y="437"/>
                    </a:cubicBezTo>
                    <a:lnTo>
                      <a:pt x="491" y="214"/>
                    </a:lnTo>
                    <a:lnTo>
                      <a:pt x="227" y="466"/>
                    </a:lnTo>
                    <a:lnTo>
                      <a:pt x="453" y="692"/>
                    </a:lnTo>
                    <a:cubicBezTo>
                      <a:pt x="399" y="784"/>
                      <a:pt x="348" y="889"/>
                      <a:pt x="319" y="994"/>
                    </a:cubicBezTo>
                    <a:lnTo>
                      <a:pt x="1" y="994"/>
                    </a:lnTo>
                    <a:lnTo>
                      <a:pt x="1" y="1367"/>
                    </a:lnTo>
                    <a:lnTo>
                      <a:pt x="319" y="1367"/>
                    </a:lnTo>
                    <a:cubicBezTo>
                      <a:pt x="348" y="1472"/>
                      <a:pt x="386" y="1580"/>
                      <a:pt x="440" y="1660"/>
                    </a:cubicBezTo>
                    <a:lnTo>
                      <a:pt x="214" y="1886"/>
                    </a:lnTo>
                    <a:lnTo>
                      <a:pt x="478" y="2150"/>
                    </a:lnTo>
                    <a:lnTo>
                      <a:pt x="705" y="1924"/>
                    </a:lnTo>
                    <a:cubicBezTo>
                      <a:pt x="797" y="1991"/>
                      <a:pt x="889" y="2029"/>
                      <a:pt x="1010" y="2058"/>
                    </a:cubicBezTo>
                    <a:lnTo>
                      <a:pt x="1010" y="2377"/>
                    </a:lnTo>
                    <a:lnTo>
                      <a:pt x="1383" y="2377"/>
                    </a:lnTo>
                    <a:lnTo>
                      <a:pt x="1383" y="2058"/>
                    </a:lnTo>
                    <a:cubicBezTo>
                      <a:pt x="1488" y="2045"/>
                      <a:pt x="1580" y="1991"/>
                      <a:pt x="1673" y="1937"/>
                    </a:cubicBezTo>
                    <a:lnTo>
                      <a:pt x="1899" y="2163"/>
                    </a:lnTo>
                    <a:lnTo>
                      <a:pt x="2163" y="1899"/>
                    </a:lnTo>
                    <a:lnTo>
                      <a:pt x="1940" y="1673"/>
                    </a:lnTo>
                    <a:cubicBezTo>
                      <a:pt x="2004" y="1593"/>
                      <a:pt x="2045" y="1488"/>
                      <a:pt x="2071" y="1380"/>
                    </a:cubicBezTo>
                    <a:lnTo>
                      <a:pt x="2389" y="1380"/>
                    </a:lnTo>
                    <a:lnTo>
                      <a:pt x="2389" y="1010"/>
                    </a:lnTo>
                    <a:lnTo>
                      <a:pt x="2071" y="1010"/>
                    </a:lnTo>
                    <a:cubicBezTo>
                      <a:pt x="2045" y="902"/>
                      <a:pt x="2004" y="797"/>
                      <a:pt x="1953" y="704"/>
                    </a:cubicBezTo>
                    <a:lnTo>
                      <a:pt x="2179" y="478"/>
                    </a:lnTo>
                    <a:lnTo>
                      <a:pt x="1912" y="214"/>
                    </a:lnTo>
                    <a:lnTo>
                      <a:pt x="1686" y="437"/>
                    </a:lnTo>
                    <a:cubicBezTo>
                      <a:pt x="1593" y="386"/>
                      <a:pt x="1501" y="345"/>
                      <a:pt x="1396" y="319"/>
                    </a:cubicBezTo>
                    <a:lnTo>
                      <a:pt x="1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42"/>
              <p:cNvSpPr/>
              <p:nvPr/>
            </p:nvSpPr>
            <p:spPr>
              <a:xfrm>
                <a:off x="-1750847" y="1453161"/>
                <a:ext cx="67896" cy="67895"/>
              </a:xfrm>
              <a:custGeom>
                <a:avLst/>
                <a:gdLst/>
                <a:ahLst/>
                <a:cxnLst/>
                <a:rect l="l" t="t" r="r" b="b"/>
                <a:pathLst>
                  <a:path w="399" h="399" extrusionOk="0">
                    <a:moveTo>
                      <a:pt x="198" y="1"/>
                    </a:moveTo>
                    <a:cubicBezTo>
                      <a:pt x="93" y="1"/>
                      <a:pt x="1" y="93"/>
                      <a:pt x="1" y="201"/>
                    </a:cubicBezTo>
                    <a:cubicBezTo>
                      <a:pt x="1" y="319"/>
                      <a:pt x="93" y="399"/>
                      <a:pt x="198" y="399"/>
                    </a:cubicBezTo>
                    <a:cubicBezTo>
                      <a:pt x="306" y="399"/>
                      <a:pt x="399" y="319"/>
                      <a:pt x="399" y="201"/>
                    </a:cubicBezTo>
                    <a:cubicBezTo>
                      <a:pt x="399" y="93"/>
                      <a:pt x="306" y="1"/>
                      <a:pt x="1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42"/>
              <p:cNvSpPr/>
              <p:nvPr/>
            </p:nvSpPr>
            <p:spPr>
              <a:xfrm>
                <a:off x="-1518404" y="1419639"/>
                <a:ext cx="307488" cy="309525"/>
              </a:xfrm>
              <a:custGeom>
                <a:avLst/>
                <a:gdLst/>
                <a:ahLst/>
                <a:cxnLst/>
                <a:rect l="l" t="t" r="r" b="b"/>
                <a:pathLst>
                  <a:path w="1807" h="1819" extrusionOk="0">
                    <a:moveTo>
                      <a:pt x="902" y="411"/>
                    </a:moveTo>
                    <a:cubicBezTo>
                      <a:pt x="1183" y="411"/>
                      <a:pt x="1393" y="637"/>
                      <a:pt x="1393" y="901"/>
                    </a:cubicBezTo>
                    <a:cubicBezTo>
                      <a:pt x="1393" y="1182"/>
                      <a:pt x="1183" y="1405"/>
                      <a:pt x="902" y="1405"/>
                    </a:cubicBezTo>
                    <a:cubicBezTo>
                      <a:pt x="638" y="1405"/>
                      <a:pt x="412" y="1182"/>
                      <a:pt x="412" y="901"/>
                    </a:cubicBezTo>
                    <a:cubicBezTo>
                      <a:pt x="412" y="637"/>
                      <a:pt x="638" y="411"/>
                      <a:pt x="902" y="411"/>
                    </a:cubicBezTo>
                    <a:close/>
                    <a:moveTo>
                      <a:pt x="772" y="0"/>
                    </a:moveTo>
                    <a:lnTo>
                      <a:pt x="772" y="239"/>
                    </a:lnTo>
                    <a:cubicBezTo>
                      <a:pt x="692" y="264"/>
                      <a:pt x="612" y="290"/>
                      <a:pt x="546" y="331"/>
                    </a:cubicBezTo>
                    <a:lnTo>
                      <a:pt x="374" y="159"/>
                    </a:lnTo>
                    <a:lnTo>
                      <a:pt x="173" y="357"/>
                    </a:lnTo>
                    <a:lnTo>
                      <a:pt x="332" y="529"/>
                    </a:lnTo>
                    <a:cubicBezTo>
                      <a:pt x="294" y="596"/>
                      <a:pt x="253" y="675"/>
                      <a:pt x="240" y="755"/>
                    </a:cubicBezTo>
                    <a:lnTo>
                      <a:pt x="1" y="755"/>
                    </a:lnTo>
                    <a:lnTo>
                      <a:pt x="1" y="1048"/>
                    </a:lnTo>
                    <a:lnTo>
                      <a:pt x="240" y="1048"/>
                    </a:lnTo>
                    <a:cubicBezTo>
                      <a:pt x="253" y="1128"/>
                      <a:pt x="294" y="1207"/>
                      <a:pt x="332" y="1274"/>
                    </a:cubicBezTo>
                    <a:lnTo>
                      <a:pt x="160" y="1446"/>
                    </a:lnTo>
                    <a:lnTo>
                      <a:pt x="358" y="1644"/>
                    </a:lnTo>
                    <a:lnTo>
                      <a:pt x="533" y="1472"/>
                    </a:lnTo>
                    <a:cubicBezTo>
                      <a:pt x="597" y="1526"/>
                      <a:pt x="676" y="1551"/>
                      <a:pt x="756" y="1564"/>
                    </a:cubicBezTo>
                    <a:lnTo>
                      <a:pt x="756" y="1819"/>
                    </a:lnTo>
                    <a:lnTo>
                      <a:pt x="1036" y="1819"/>
                    </a:lnTo>
                    <a:lnTo>
                      <a:pt x="1036" y="1580"/>
                    </a:lnTo>
                    <a:cubicBezTo>
                      <a:pt x="1128" y="1551"/>
                      <a:pt x="1195" y="1526"/>
                      <a:pt x="1275" y="1484"/>
                    </a:cubicBezTo>
                    <a:lnTo>
                      <a:pt x="1434" y="1659"/>
                    </a:lnTo>
                    <a:lnTo>
                      <a:pt x="1648" y="1446"/>
                    </a:lnTo>
                    <a:lnTo>
                      <a:pt x="1472" y="1287"/>
                    </a:lnTo>
                    <a:cubicBezTo>
                      <a:pt x="1514" y="1220"/>
                      <a:pt x="1552" y="1140"/>
                      <a:pt x="1568" y="1061"/>
                    </a:cubicBezTo>
                    <a:lnTo>
                      <a:pt x="1807" y="1061"/>
                    </a:lnTo>
                    <a:lnTo>
                      <a:pt x="1807" y="768"/>
                    </a:lnTo>
                    <a:lnTo>
                      <a:pt x="1568" y="768"/>
                    </a:lnTo>
                    <a:cubicBezTo>
                      <a:pt x="1552" y="688"/>
                      <a:pt x="1527" y="608"/>
                      <a:pt x="1472" y="545"/>
                    </a:cubicBezTo>
                    <a:lnTo>
                      <a:pt x="1648" y="370"/>
                    </a:lnTo>
                    <a:lnTo>
                      <a:pt x="1447" y="172"/>
                    </a:lnTo>
                    <a:lnTo>
                      <a:pt x="1275" y="344"/>
                    </a:lnTo>
                    <a:cubicBezTo>
                      <a:pt x="1208" y="290"/>
                      <a:pt x="1128" y="264"/>
                      <a:pt x="1049" y="252"/>
                    </a:cubicBezTo>
                    <a:lnTo>
                      <a:pt x="10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42"/>
              <p:cNvSpPr/>
              <p:nvPr/>
            </p:nvSpPr>
            <p:spPr>
              <a:xfrm>
                <a:off x="-1389931" y="1547942"/>
                <a:ext cx="52241" cy="52240"/>
              </a:xfrm>
              <a:custGeom>
                <a:avLst/>
                <a:gdLst/>
                <a:ahLst/>
                <a:cxnLst/>
                <a:rect l="l" t="t" r="r" b="b"/>
                <a:pathLst>
                  <a:path w="307" h="307" extrusionOk="0">
                    <a:moveTo>
                      <a:pt x="147" y="1"/>
                    </a:moveTo>
                    <a:cubicBezTo>
                      <a:pt x="68" y="1"/>
                      <a:pt x="1" y="68"/>
                      <a:pt x="1" y="147"/>
                    </a:cubicBezTo>
                    <a:cubicBezTo>
                      <a:pt x="1" y="240"/>
                      <a:pt x="68" y="307"/>
                      <a:pt x="147" y="307"/>
                    </a:cubicBezTo>
                    <a:cubicBezTo>
                      <a:pt x="227" y="307"/>
                      <a:pt x="307" y="240"/>
                      <a:pt x="307" y="147"/>
                    </a:cubicBezTo>
                    <a:cubicBezTo>
                      <a:pt x="307" y="68"/>
                      <a:pt x="227" y="1"/>
                      <a:pt x="1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42"/>
              <p:cNvSpPr/>
              <p:nvPr/>
            </p:nvSpPr>
            <p:spPr>
              <a:xfrm>
                <a:off x="-2195823" y="2149127"/>
                <a:ext cx="327568" cy="176288"/>
              </a:xfrm>
              <a:custGeom>
                <a:avLst/>
                <a:gdLst/>
                <a:ahLst/>
                <a:cxnLst/>
                <a:rect l="l" t="t" r="r" b="b"/>
                <a:pathLst>
                  <a:path w="1925" h="1036" extrusionOk="0">
                    <a:moveTo>
                      <a:pt x="969" y="0"/>
                    </a:moveTo>
                    <a:cubicBezTo>
                      <a:pt x="437" y="0"/>
                      <a:pt x="1" y="436"/>
                      <a:pt x="1" y="956"/>
                    </a:cubicBezTo>
                    <a:cubicBezTo>
                      <a:pt x="1" y="1006"/>
                      <a:pt x="39" y="1035"/>
                      <a:pt x="80" y="1035"/>
                    </a:cubicBezTo>
                    <a:cubicBezTo>
                      <a:pt x="119" y="1035"/>
                      <a:pt x="160" y="1006"/>
                      <a:pt x="160" y="956"/>
                    </a:cubicBezTo>
                    <a:cubicBezTo>
                      <a:pt x="160" y="516"/>
                      <a:pt x="517" y="159"/>
                      <a:pt x="969" y="159"/>
                    </a:cubicBezTo>
                    <a:cubicBezTo>
                      <a:pt x="1408" y="159"/>
                      <a:pt x="1778" y="516"/>
                      <a:pt x="1778" y="956"/>
                    </a:cubicBezTo>
                    <a:cubicBezTo>
                      <a:pt x="1778" y="1006"/>
                      <a:pt x="1807" y="1035"/>
                      <a:pt x="1845" y="1035"/>
                    </a:cubicBezTo>
                    <a:cubicBezTo>
                      <a:pt x="1899" y="1035"/>
                      <a:pt x="1924" y="1006"/>
                      <a:pt x="1924" y="956"/>
                    </a:cubicBezTo>
                    <a:cubicBezTo>
                      <a:pt x="1924" y="436"/>
                      <a:pt x="1501" y="0"/>
                      <a:pt x="969" y="0"/>
                    </a:cubicBezTo>
                    <a:close/>
                  </a:path>
                </a:pathLst>
              </a:custGeom>
              <a:solidFill>
                <a:srgbClr val="322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42"/>
              <p:cNvSpPr/>
              <p:nvPr/>
            </p:nvSpPr>
            <p:spPr>
              <a:xfrm>
                <a:off x="-1533415" y="1179450"/>
                <a:ext cx="210927" cy="212323"/>
              </a:xfrm>
              <a:custGeom>
                <a:avLst/>
                <a:gdLst/>
                <a:ahLst/>
                <a:cxnLst/>
                <a:rect l="l" t="t" r="r" b="b"/>
                <a:pathLst>
                  <a:path w="1807" h="1819" extrusionOk="0">
                    <a:moveTo>
                      <a:pt x="902" y="411"/>
                    </a:moveTo>
                    <a:cubicBezTo>
                      <a:pt x="1183" y="411"/>
                      <a:pt x="1393" y="637"/>
                      <a:pt x="1393" y="901"/>
                    </a:cubicBezTo>
                    <a:cubicBezTo>
                      <a:pt x="1393" y="1182"/>
                      <a:pt x="1183" y="1405"/>
                      <a:pt x="902" y="1405"/>
                    </a:cubicBezTo>
                    <a:cubicBezTo>
                      <a:pt x="638" y="1405"/>
                      <a:pt x="412" y="1182"/>
                      <a:pt x="412" y="901"/>
                    </a:cubicBezTo>
                    <a:cubicBezTo>
                      <a:pt x="412" y="637"/>
                      <a:pt x="638" y="411"/>
                      <a:pt x="902" y="411"/>
                    </a:cubicBezTo>
                    <a:close/>
                    <a:moveTo>
                      <a:pt x="772" y="0"/>
                    </a:moveTo>
                    <a:lnTo>
                      <a:pt x="772" y="239"/>
                    </a:lnTo>
                    <a:cubicBezTo>
                      <a:pt x="692" y="264"/>
                      <a:pt x="612" y="290"/>
                      <a:pt x="546" y="331"/>
                    </a:cubicBezTo>
                    <a:lnTo>
                      <a:pt x="374" y="159"/>
                    </a:lnTo>
                    <a:lnTo>
                      <a:pt x="173" y="357"/>
                    </a:lnTo>
                    <a:lnTo>
                      <a:pt x="332" y="529"/>
                    </a:lnTo>
                    <a:cubicBezTo>
                      <a:pt x="294" y="596"/>
                      <a:pt x="253" y="675"/>
                      <a:pt x="240" y="755"/>
                    </a:cubicBezTo>
                    <a:lnTo>
                      <a:pt x="1" y="755"/>
                    </a:lnTo>
                    <a:lnTo>
                      <a:pt x="1" y="1048"/>
                    </a:lnTo>
                    <a:lnTo>
                      <a:pt x="240" y="1048"/>
                    </a:lnTo>
                    <a:cubicBezTo>
                      <a:pt x="253" y="1128"/>
                      <a:pt x="294" y="1207"/>
                      <a:pt x="332" y="1274"/>
                    </a:cubicBezTo>
                    <a:lnTo>
                      <a:pt x="160" y="1446"/>
                    </a:lnTo>
                    <a:lnTo>
                      <a:pt x="358" y="1644"/>
                    </a:lnTo>
                    <a:lnTo>
                      <a:pt x="533" y="1472"/>
                    </a:lnTo>
                    <a:cubicBezTo>
                      <a:pt x="597" y="1526"/>
                      <a:pt x="676" y="1551"/>
                      <a:pt x="756" y="1564"/>
                    </a:cubicBezTo>
                    <a:lnTo>
                      <a:pt x="756" y="1819"/>
                    </a:lnTo>
                    <a:lnTo>
                      <a:pt x="1036" y="1819"/>
                    </a:lnTo>
                    <a:lnTo>
                      <a:pt x="1036" y="1580"/>
                    </a:lnTo>
                    <a:cubicBezTo>
                      <a:pt x="1128" y="1551"/>
                      <a:pt x="1195" y="1526"/>
                      <a:pt x="1275" y="1484"/>
                    </a:cubicBezTo>
                    <a:lnTo>
                      <a:pt x="1434" y="1659"/>
                    </a:lnTo>
                    <a:lnTo>
                      <a:pt x="1648" y="1446"/>
                    </a:lnTo>
                    <a:lnTo>
                      <a:pt x="1472" y="1287"/>
                    </a:lnTo>
                    <a:cubicBezTo>
                      <a:pt x="1514" y="1220"/>
                      <a:pt x="1552" y="1140"/>
                      <a:pt x="1568" y="1061"/>
                    </a:cubicBezTo>
                    <a:lnTo>
                      <a:pt x="1807" y="1061"/>
                    </a:lnTo>
                    <a:lnTo>
                      <a:pt x="1807" y="768"/>
                    </a:lnTo>
                    <a:lnTo>
                      <a:pt x="1568" y="768"/>
                    </a:lnTo>
                    <a:cubicBezTo>
                      <a:pt x="1552" y="688"/>
                      <a:pt x="1527" y="608"/>
                      <a:pt x="1472" y="545"/>
                    </a:cubicBezTo>
                    <a:lnTo>
                      <a:pt x="1648" y="370"/>
                    </a:lnTo>
                    <a:lnTo>
                      <a:pt x="1447" y="172"/>
                    </a:lnTo>
                    <a:lnTo>
                      <a:pt x="1275" y="344"/>
                    </a:lnTo>
                    <a:cubicBezTo>
                      <a:pt x="1208" y="290"/>
                      <a:pt x="1128" y="264"/>
                      <a:pt x="1049" y="252"/>
                    </a:cubicBezTo>
                    <a:lnTo>
                      <a:pt x="10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42"/>
              <p:cNvSpPr/>
              <p:nvPr/>
            </p:nvSpPr>
            <p:spPr>
              <a:xfrm>
                <a:off x="-1446333" y="1267461"/>
                <a:ext cx="35835" cy="35835"/>
              </a:xfrm>
              <a:custGeom>
                <a:avLst/>
                <a:gdLst/>
                <a:ahLst/>
                <a:cxnLst/>
                <a:rect l="l" t="t" r="r" b="b"/>
                <a:pathLst>
                  <a:path w="307" h="307" extrusionOk="0">
                    <a:moveTo>
                      <a:pt x="147" y="1"/>
                    </a:moveTo>
                    <a:cubicBezTo>
                      <a:pt x="68" y="1"/>
                      <a:pt x="1" y="68"/>
                      <a:pt x="1" y="147"/>
                    </a:cubicBezTo>
                    <a:cubicBezTo>
                      <a:pt x="1" y="240"/>
                      <a:pt x="68" y="307"/>
                      <a:pt x="147" y="307"/>
                    </a:cubicBezTo>
                    <a:cubicBezTo>
                      <a:pt x="227" y="307"/>
                      <a:pt x="307" y="240"/>
                      <a:pt x="307" y="147"/>
                    </a:cubicBezTo>
                    <a:cubicBezTo>
                      <a:pt x="307" y="68"/>
                      <a:pt x="227" y="1"/>
                      <a:pt x="1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42"/>
              <p:cNvSpPr/>
              <p:nvPr/>
            </p:nvSpPr>
            <p:spPr>
              <a:xfrm>
                <a:off x="-1245310" y="1642951"/>
                <a:ext cx="422526" cy="425323"/>
              </a:xfrm>
              <a:custGeom>
                <a:avLst/>
                <a:gdLst/>
                <a:ahLst/>
                <a:cxnLst/>
                <a:rect l="l" t="t" r="r" b="b"/>
                <a:pathLst>
                  <a:path w="1807" h="1819" extrusionOk="0">
                    <a:moveTo>
                      <a:pt x="902" y="411"/>
                    </a:moveTo>
                    <a:cubicBezTo>
                      <a:pt x="1183" y="411"/>
                      <a:pt x="1393" y="637"/>
                      <a:pt x="1393" y="901"/>
                    </a:cubicBezTo>
                    <a:cubicBezTo>
                      <a:pt x="1393" y="1182"/>
                      <a:pt x="1183" y="1405"/>
                      <a:pt x="902" y="1405"/>
                    </a:cubicBezTo>
                    <a:cubicBezTo>
                      <a:pt x="638" y="1405"/>
                      <a:pt x="412" y="1182"/>
                      <a:pt x="412" y="901"/>
                    </a:cubicBezTo>
                    <a:cubicBezTo>
                      <a:pt x="412" y="637"/>
                      <a:pt x="638" y="411"/>
                      <a:pt x="902" y="411"/>
                    </a:cubicBezTo>
                    <a:close/>
                    <a:moveTo>
                      <a:pt x="772" y="0"/>
                    </a:moveTo>
                    <a:lnTo>
                      <a:pt x="772" y="239"/>
                    </a:lnTo>
                    <a:cubicBezTo>
                      <a:pt x="692" y="264"/>
                      <a:pt x="612" y="290"/>
                      <a:pt x="546" y="331"/>
                    </a:cubicBezTo>
                    <a:lnTo>
                      <a:pt x="374" y="159"/>
                    </a:lnTo>
                    <a:lnTo>
                      <a:pt x="173" y="357"/>
                    </a:lnTo>
                    <a:lnTo>
                      <a:pt x="332" y="529"/>
                    </a:lnTo>
                    <a:cubicBezTo>
                      <a:pt x="294" y="596"/>
                      <a:pt x="253" y="675"/>
                      <a:pt x="240" y="755"/>
                    </a:cubicBezTo>
                    <a:lnTo>
                      <a:pt x="1" y="755"/>
                    </a:lnTo>
                    <a:lnTo>
                      <a:pt x="1" y="1048"/>
                    </a:lnTo>
                    <a:lnTo>
                      <a:pt x="240" y="1048"/>
                    </a:lnTo>
                    <a:cubicBezTo>
                      <a:pt x="253" y="1128"/>
                      <a:pt x="294" y="1207"/>
                      <a:pt x="332" y="1274"/>
                    </a:cubicBezTo>
                    <a:lnTo>
                      <a:pt x="160" y="1446"/>
                    </a:lnTo>
                    <a:lnTo>
                      <a:pt x="358" y="1644"/>
                    </a:lnTo>
                    <a:lnTo>
                      <a:pt x="533" y="1472"/>
                    </a:lnTo>
                    <a:cubicBezTo>
                      <a:pt x="597" y="1526"/>
                      <a:pt x="676" y="1551"/>
                      <a:pt x="756" y="1564"/>
                    </a:cubicBezTo>
                    <a:lnTo>
                      <a:pt x="756" y="1819"/>
                    </a:lnTo>
                    <a:lnTo>
                      <a:pt x="1036" y="1819"/>
                    </a:lnTo>
                    <a:lnTo>
                      <a:pt x="1036" y="1580"/>
                    </a:lnTo>
                    <a:cubicBezTo>
                      <a:pt x="1128" y="1551"/>
                      <a:pt x="1195" y="1526"/>
                      <a:pt x="1275" y="1484"/>
                    </a:cubicBezTo>
                    <a:lnTo>
                      <a:pt x="1434" y="1659"/>
                    </a:lnTo>
                    <a:lnTo>
                      <a:pt x="1648" y="1446"/>
                    </a:lnTo>
                    <a:lnTo>
                      <a:pt x="1472" y="1287"/>
                    </a:lnTo>
                    <a:cubicBezTo>
                      <a:pt x="1514" y="1220"/>
                      <a:pt x="1552" y="1140"/>
                      <a:pt x="1568" y="1061"/>
                    </a:cubicBezTo>
                    <a:lnTo>
                      <a:pt x="1807" y="1061"/>
                    </a:lnTo>
                    <a:lnTo>
                      <a:pt x="1807" y="768"/>
                    </a:lnTo>
                    <a:lnTo>
                      <a:pt x="1568" y="768"/>
                    </a:lnTo>
                    <a:cubicBezTo>
                      <a:pt x="1552" y="688"/>
                      <a:pt x="1527" y="608"/>
                      <a:pt x="1472" y="545"/>
                    </a:cubicBezTo>
                    <a:lnTo>
                      <a:pt x="1648" y="370"/>
                    </a:lnTo>
                    <a:lnTo>
                      <a:pt x="1447" y="172"/>
                    </a:lnTo>
                    <a:lnTo>
                      <a:pt x="1275" y="344"/>
                    </a:lnTo>
                    <a:cubicBezTo>
                      <a:pt x="1208" y="290"/>
                      <a:pt x="1128" y="264"/>
                      <a:pt x="1049" y="252"/>
                    </a:cubicBezTo>
                    <a:lnTo>
                      <a:pt x="10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42"/>
              <p:cNvSpPr/>
              <p:nvPr/>
            </p:nvSpPr>
            <p:spPr>
              <a:xfrm>
                <a:off x="-1070868" y="1819256"/>
                <a:ext cx="71785" cy="71784"/>
              </a:xfrm>
              <a:custGeom>
                <a:avLst/>
                <a:gdLst/>
                <a:ahLst/>
                <a:cxnLst/>
                <a:rect l="l" t="t" r="r" b="b"/>
                <a:pathLst>
                  <a:path w="307" h="307" extrusionOk="0">
                    <a:moveTo>
                      <a:pt x="147" y="1"/>
                    </a:moveTo>
                    <a:cubicBezTo>
                      <a:pt x="68" y="1"/>
                      <a:pt x="1" y="68"/>
                      <a:pt x="1" y="147"/>
                    </a:cubicBezTo>
                    <a:cubicBezTo>
                      <a:pt x="1" y="240"/>
                      <a:pt x="68" y="307"/>
                      <a:pt x="147" y="307"/>
                    </a:cubicBezTo>
                    <a:cubicBezTo>
                      <a:pt x="227" y="307"/>
                      <a:pt x="307" y="240"/>
                      <a:pt x="307" y="147"/>
                    </a:cubicBezTo>
                    <a:cubicBezTo>
                      <a:pt x="307" y="68"/>
                      <a:pt x="227" y="1"/>
                      <a:pt x="1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42"/>
              <p:cNvSpPr/>
              <p:nvPr/>
            </p:nvSpPr>
            <p:spPr>
              <a:xfrm>
                <a:off x="-1160665" y="1351025"/>
                <a:ext cx="210927" cy="212323"/>
              </a:xfrm>
              <a:custGeom>
                <a:avLst/>
                <a:gdLst/>
                <a:ahLst/>
                <a:cxnLst/>
                <a:rect l="l" t="t" r="r" b="b"/>
                <a:pathLst>
                  <a:path w="1807" h="1819" extrusionOk="0">
                    <a:moveTo>
                      <a:pt x="902" y="411"/>
                    </a:moveTo>
                    <a:cubicBezTo>
                      <a:pt x="1183" y="411"/>
                      <a:pt x="1393" y="637"/>
                      <a:pt x="1393" y="901"/>
                    </a:cubicBezTo>
                    <a:cubicBezTo>
                      <a:pt x="1393" y="1182"/>
                      <a:pt x="1183" y="1405"/>
                      <a:pt x="902" y="1405"/>
                    </a:cubicBezTo>
                    <a:cubicBezTo>
                      <a:pt x="638" y="1405"/>
                      <a:pt x="412" y="1182"/>
                      <a:pt x="412" y="901"/>
                    </a:cubicBezTo>
                    <a:cubicBezTo>
                      <a:pt x="412" y="637"/>
                      <a:pt x="638" y="411"/>
                      <a:pt x="902" y="411"/>
                    </a:cubicBezTo>
                    <a:close/>
                    <a:moveTo>
                      <a:pt x="772" y="0"/>
                    </a:moveTo>
                    <a:lnTo>
                      <a:pt x="772" y="239"/>
                    </a:lnTo>
                    <a:cubicBezTo>
                      <a:pt x="692" y="264"/>
                      <a:pt x="612" y="290"/>
                      <a:pt x="546" y="331"/>
                    </a:cubicBezTo>
                    <a:lnTo>
                      <a:pt x="374" y="159"/>
                    </a:lnTo>
                    <a:lnTo>
                      <a:pt x="173" y="357"/>
                    </a:lnTo>
                    <a:lnTo>
                      <a:pt x="332" y="529"/>
                    </a:lnTo>
                    <a:cubicBezTo>
                      <a:pt x="294" y="596"/>
                      <a:pt x="253" y="675"/>
                      <a:pt x="240" y="755"/>
                    </a:cubicBezTo>
                    <a:lnTo>
                      <a:pt x="1" y="755"/>
                    </a:lnTo>
                    <a:lnTo>
                      <a:pt x="1" y="1048"/>
                    </a:lnTo>
                    <a:lnTo>
                      <a:pt x="240" y="1048"/>
                    </a:lnTo>
                    <a:cubicBezTo>
                      <a:pt x="253" y="1128"/>
                      <a:pt x="294" y="1207"/>
                      <a:pt x="332" y="1274"/>
                    </a:cubicBezTo>
                    <a:lnTo>
                      <a:pt x="160" y="1446"/>
                    </a:lnTo>
                    <a:lnTo>
                      <a:pt x="358" y="1644"/>
                    </a:lnTo>
                    <a:lnTo>
                      <a:pt x="533" y="1472"/>
                    </a:lnTo>
                    <a:cubicBezTo>
                      <a:pt x="597" y="1526"/>
                      <a:pt x="676" y="1551"/>
                      <a:pt x="756" y="1564"/>
                    </a:cubicBezTo>
                    <a:lnTo>
                      <a:pt x="756" y="1819"/>
                    </a:lnTo>
                    <a:lnTo>
                      <a:pt x="1036" y="1819"/>
                    </a:lnTo>
                    <a:lnTo>
                      <a:pt x="1036" y="1580"/>
                    </a:lnTo>
                    <a:cubicBezTo>
                      <a:pt x="1128" y="1551"/>
                      <a:pt x="1195" y="1526"/>
                      <a:pt x="1275" y="1484"/>
                    </a:cubicBezTo>
                    <a:lnTo>
                      <a:pt x="1434" y="1659"/>
                    </a:lnTo>
                    <a:lnTo>
                      <a:pt x="1648" y="1446"/>
                    </a:lnTo>
                    <a:lnTo>
                      <a:pt x="1472" y="1287"/>
                    </a:lnTo>
                    <a:cubicBezTo>
                      <a:pt x="1514" y="1220"/>
                      <a:pt x="1552" y="1140"/>
                      <a:pt x="1568" y="1061"/>
                    </a:cubicBezTo>
                    <a:lnTo>
                      <a:pt x="1807" y="1061"/>
                    </a:lnTo>
                    <a:lnTo>
                      <a:pt x="1807" y="768"/>
                    </a:lnTo>
                    <a:lnTo>
                      <a:pt x="1568" y="768"/>
                    </a:lnTo>
                    <a:cubicBezTo>
                      <a:pt x="1552" y="688"/>
                      <a:pt x="1527" y="608"/>
                      <a:pt x="1472" y="545"/>
                    </a:cubicBezTo>
                    <a:lnTo>
                      <a:pt x="1648" y="370"/>
                    </a:lnTo>
                    <a:lnTo>
                      <a:pt x="1447" y="172"/>
                    </a:lnTo>
                    <a:lnTo>
                      <a:pt x="1275" y="344"/>
                    </a:lnTo>
                    <a:cubicBezTo>
                      <a:pt x="1208" y="290"/>
                      <a:pt x="1128" y="264"/>
                      <a:pt x="1049" y="252"/>
                    </a:cubicBezTo>
                    <a:lnTo>
                      <a:pt x="10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42"/>
              <p:cNvSpPr/>
              <p:nvPr/>
            </p:nvSpPr>
            <p:spPr>
              <a:xfrm>
                <a:off x="-1073583" y="1439036"/>
                <a:ext cx="35835" cy="35835"/>
              </a:xfrm>
              <a:custGeom>
                <a:avLst/>
                <a:gdLst/>
                <a:ahLst/>
                <a:cxnLst/>
                <a:rect l="l" t="t" r="r" b="b"/>
                <a:pathLst>
                  <a:path w="307" h="307" extrusionOk="0">
                    <a:moveTo>
                      <a:pt x="147" y="1"/>
                    </a:moveTo>
                    <a:cubicBezTo>
                      <a:pt x="68" y="1"/>
                      <a:pt x="1" y="68"/>
                      <a:pt x="1" y="147"/>
                    </a:cubicBezTo>
                    <a:cubicBezTo>
                      <a:pt x="1" y="240"/>
                      <a:pt x="68" y="307"/>
                      <a:pt x="147" y="307"/>
                    </a:cubicBezTo>
                    <a:cubicBezTo>
                      <a:pt x="227" y="307"/>
                      <a:pt x="307" y="240"/>
                      <a:pt x="307" y="147"/>
                    </a:cubicBezTo>
                    <a:cubicBezTo>
                      <a:pt x="307" y="68"/>
                      <a:pt x="227" y="1"/>
                      <a:pt x="1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074" name="Picture 2" descr="David Eagleman: Can we create new senses for humans? | TED Talk">
            <a:extLst>
              <a:ext uri="{FF2B5EF4-FFF2-40B4-BE49-F238E27FC236}">
                <a16:creationId xmlns:a16="http://schemas.microsoft.com/office/drawing/2014/main" id="{B571F552-B251-4E68-92C9-DF75A9FBFB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197" y="2091929"/>
            <a:ext cx="4812705" cy="278290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5" name="Google Shape;309;p42">
            <a:extLst>
              <a:ext uri="{FF2B5EF4-FFF2-40B4-BE49-F238E27FC236}">
                <a16:creationId xmlns:a16="http://schemas.microsoft.com/office/drawing/2014/main" id="{3C1F6104-757A-4241-9195-B3E0DECED0CC}"/>
              </a:ext>
            </a:extLst>
          </p:cNvPr>
          <p:cNvSpPr txBox="1">
            <a:spLocks noGrp="1"/>
          </p:cNvSpPr>
          <p:nvPr>
            <p:ph type="subTitle" idx="1"/>
          </p:nvPr>
        </p:nvSpPr>
        <p:spPr>
          <a:xfrm>
            <a:off x="564878" y="933631"/>
            <a:ext cx="5991966" cy="1223465"/>
          </a:xfrm>
          <a:prstGeom prst="rect">
            <a:avLst/>
          </a:prstGeom>
        </p:spPr>
        <p:txBody>
          <a:bodyPr spcFirstLastPara="1" wrap="square" lIns="91425" tIns="91425" rIns="91425" bIns="91425" anchor="t" anchorCtr="0">
            <a:noAutofit/>
          </a:bodyPr>
          <a:lstStyle/>
          <a:p>
            <a:pPr marL="0" lvl="0" indent="0">
              <a:buNone/>
            </a:pPr>
            <a:r>
              <a:rPr lang="en-US" sz="1600" dirty="0">
                <a:hlinkClick r:id="rId4" tooltip="bir erkek adı"/>
              </a:rPr>
              <a:t>David</a:t>
            </a:r>
            <a:r>
              <a:rPr lang="en-US" sz="1600" dirty="0"/>
              <a:t> Eagleman </a:t>
            </a:r>
            <a:r>
              <a:rPr lang="en-US" sz="1600" dirty="0">
                <a:hlinkClick r:id="rId5" tooltip="sık sık, sıklıkla, genellikle, ekseriyetle, çoğunlukla, çok defa"/>
              </a:rPr>
              <a:t>often</a:t>
            </a:r>
            <a:r>
              <a:rPr lang="en-US" sz="1600" dirty="0"/>
              <a:t> gives </a:t>
            </a:r>
            <a:r>
              <a:rPr lang="en-US" sz="1600" dirty="0">
                <a:hlinkClick r:id="rId6" tooltip="insanlar, halk, kişiler, millet, ırk, halk, toplum"/>
              </a:rPr>
              <a:t>people</a:t>
            </a:r>
            <a:r>
              <a:rPr lang="en-US" sz="1600" dirty="0"/>
              <a:t> </a:t>
            </a:r>
            <a:r>
              <a:rPr lang="en-US" sz="1600" dirty="0">
                <a:hlinkClick r:id="rId7" tooltip="bilgi, malumat, haber"/>
              </a:rPr>
              <a:t>information</a:t>
            </a:r>
            <a:r>
              <a:rPr lang="en-US" sz="1600" dirty="0"/>
              <a:t> </a:t>
            </a:r>
            <a:r>
              <a:rPr lang="en-US" sz="1600" dirty="0">
                <a:hlinkClick r:id="rId8" tooltip="yaklaşık olarak, hakkında, ile ilgili, oracıkta, hemen yanıbaşında, neredeyse..."/>
              </a:rPr>
              <a:t>about</a:t>
            </a:r>
            <a:r>
              <a:rPr lang="en-US" sz="1600" dirty="0"/>
              <a:t> </a:t>
            </a:r>
            <a:r>
              <a:rPr lang="en-US" sz="1600" dirty="0">
                <a:hlinkClick r:id="rId9" tooltip="ne kadar ... o kadar ..., vücudun bir uzvundan bahsederken, sadece bir tane olan isimlerden önce..."/>
              </a:rPr>
              <a:t>the</a:t>
            </a:r>
            <a:r>
              <a:rPr lang="en-US" sz="1600" dirty="0"/>
              <a:t> </a:t>
            </a:r>
            <a:r>
              <a:rPr lang="en-US" sz="1600" dirty="0">
                <a:hlinkClick r:id="rId10" tooltip="beyin, son derece zeki insan"/>
              </a:rPr>
              <a:t>brain</a:t>
            </a:r>
            <a:r>
              <a:rPr lang="en-US" sz="1600" dirty="0"/>
              <a:t> </a:t>
            </a:r>
            <a:r>
              <a:rPr lang="en-US" sz="1600" dirty="0">
                <a:hlinkClick r:id="rId11" tooltip="ve anlamına gelen bağlaç, böylece, böylelikle, bu nedenle, rakamları söylemede veya toplamada kullanılır..."/>
              </a:rPr>
              <a:t>and</a:t>
            </a:r>
            <a:r>
              <a:rPr lang="en-US" sz="1600" dirty="0"/>
              <a:t> its </a:t>
            </a:r>
            <a:r>
              <a:rPr lang="en-US" sz="1600" dirty="0">
                <a:hlinkClick r:id="rId12" tooltip="çalışmak, çalışmak, işlemek, iş, çaba, çalışma..."/>
              </a:rPr>
              <a:t>work</a:t>
            </a:r>
            <a:r>
              <a:rPr lang="en-US" sz="1600" dirty="0"/>
              <a:t> </a:t>
            </a:r>
            <a:r>
              <a:rPr lang="en-US" sz="1600" dirty="0">
                <a:hlinkClick r:id="rId13" tooltip="...ile, devamlı, ...da/de..."/>
              </a:rPr>
              <a:t>on</a:t>
            </a:r>
            <a:r>
              <a:rPr lang="en-US" sz="1600" dirty="0"/>
              <a:t> TED </a:t>
            </a:r>
            <a:r>
              <a:rPr lang="en-US" sz="1600" dirty="0">
                <a:hlinkClick r:id="rId11" tooltip="ve anlamına gelen bağlaç, böylece, böylelikle, bu nedenle, rakamları söylemede veya toplamada kullanılır..."/>
              </a:rPr>
              <a:t>and</a:t>
            </a:r>
            <a:r>
              <a:rPr lang="en-US" sz="1600" dirty="0"/>
              <a:t> </a:t>
            </a:r>
            <a:r>
              <a:rPr lang="en-US" sz="1600" dirty="0">
                <a:hlinkClick r:id="rId14" tooltip="benzer, aynı türden"/>
              </a:rPr>
              <a:t>similar</a:t>
            </a:r>
            <a:r>
              <a:rPr lang="en-US" sz="1600" dirty="0"/>
              <a:t> platforms</a:t>
            </a:r>
            <a:endParaRPr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grpSp>
        <p:nvGrpSpPr>
          <p:cNvPr id="352" name="Google Shape;352;p43"/>
          <p:cNvGrpSpPr/>
          <p:nvPr/>
        </p:nvGrpSpPr>
        <p:grpSpPr>
          <a:xfrm>
            <a:off x="5281701" y="697566"/>
            <a:ext cx="2983649" cy="2983649"/>
            <a:chOff x="2657119" y="330292"/>
            <a:chExt cx="989700" cy="989700"/>
          </a:xfrm>
        </p:grpSpPr>
        <p:sp>
          <p:nvSpPr>
            <p:cNvPr id="353" name="Google Shape;353;p43"/>
            <p:cNvSpPr/>
            <p:nvPr/>
          </p:nvSpPr>
          <p:spPr>
            <a:xfrm>
              <a:off x="2657119" y="330292"/>
              <a:ext cx="989700" cy="989700"/>
            </a:xfrm>
            <a:prstGeom prst="ellipse">
              <a:avLst/>
            </a:pr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43"/>
            <p:cNvSpPr/>
            <p:nvPr/>
          </p:nvSpPr>
          <p:spPr>
            <a:xfrm>
              <a:off x="2726903" y="400075"/>
              <a:ext cx="850200" cy="850200"/>
            </a:xfrm>
            <a:prstGeom prst="ellipse">
              <a:avLst/>
            </a:pr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43"/>
            <p:cNvSpPr/>
            <p:nvPr/>
          </p:nvSpPr>
          <p:spPr>
            <a:xfrm>
              <a:off x="2801670" y="474883"/>
              <a:ext cx="700800" cy="700800"/>
            </a:xfrm>
            <a:prstGeom prst="ellipse">
              <a:avLst/>
            </a:pr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9" name="Google Shape;359;p43"/>
          <p:cNvGrpSpPr/>
          <p:nvPr/>
        </p:nvGrpSpPr>
        <p:grpSpPr>
          <a:xfrm>
            <a:off x="5831801" y="716404"/>
            <a:ext cx="1883448" cy="2831055"/>
            <a:chOff x="5617813" y="1736550"/>
            <a:chExt cx="1883448" cy="2831055"/>
          </a:xfrm>
        </p:grpSpPr>
        <p:sp>
          <p:nvSpPr>
            <p:cNvPr id="360" name="Google Shape;360;p43"/>
            <p:cNvSpPr/>
            <p:nvPr/>
          </p:nvSpPr>
          <p:spPr>
            <a:xfrm>
              <a:off x="7184644" y="1736550"/>
              <a:ext cx="316617" cy="1215744"/>
            </a:xfrm>
            <a:custGeom>
              <a:avLst/>
              <a:gdLst/>
              <a:ahLst/>
              <a:cxnLst/>
              <a:rect l="l" t="t" r="r" b="b"/>
              <a:pathLst>
                <a:path w="2084" h="8002" extrusionOk="0">
                  <a:moveTo>
                    <a:pt x="1" y="1"/>
                  </a:moveTo>
                  <a:lnTo>
                    <a:pt x="1" y="8002"/>
                  </a:lnTo>
                  <a:cubicBezTo>
                    <a:pt x="1275" y="7113"/>
                    <a:pt x="2084" y="5626"/>
                    <a:pt x="2084" y="3982"/>
                  </a:cubicBezTo>
                  <a:lnTo>
                    <a:pt x="2071" y="3982"/>
                  </a:lnTo>
                  <a:cubicBezTo>
                    <a:pt x="2071" y="2390"/>
                    <a:pt x="1275" y="902"/>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43"/>
            <p:cNvSpPr/>
            <p:nvPr/>
          </p:nvSpPr>
          <p:spPr>
            <a:xfrm>
              <a:off x="5617813" y="2954109"/>
              <a:ext cx="1731974" cy="1613497"/>
            </a:xfrm>
            <a:custGeom>
              <a:avLst/>
              <a:gdLst/>
              <a:ahLst/>
              <a:cxnLst/>
              <a:rect l="l" t="t" r="r" b="b"/>
              <a:pathLst>
                <a:path w="11400" h="10620" extrusionOk="0">
                  <a:moveTo>
                    <a:pt x="2310" y="0"/>
                  </a:moveTo>
                  <a:cubicBezTo>
                    <a:pt x="2058" y="319"/>
                    <a:pt x="1857" y="717"/>
                    <a:pt x="1698" y="1144"/>
                  </a:cubicBezTo>
                  <a:lnTo>
                    <a:pt x="1" y="5893"/>
                  </a:lnTo>
                  <a:lnTo>
                    <a:pt x="1287" y="5893"/>
                  </a:lnTo>
                  <a:lnTo>
                    <a:pt x="1287" y="8495"/>
                  </a:lnTo>
                  <a:lnTo>
                    <a:pt x="3625" y="8495"/>
                  </a:lnTo>
                  <a:lnTo>
                    <a:pt x="3625" y="10619"/>
                  </a:lnTo>
                  <a:lnTo>
                    <a:pt x="9517" y="10619"/>
                  </a:lnTo>
                  <a:lnTo>
                    <a:pt x="9517" y="8230"/>
                  </a:lnTo>
                  <a:cubicBezTo>
                    <a:pt x="9517" y="8230"/>
                    <a:pt x="10989" y="6224"/>
                    <a:pt x="11215" y="5443"/>
                  </a:cubicBezTo>
                  <a:cubicBezTo>
                    <a:pt x="11400" y="4790"/>
                    <a:pt x="11215" y="2762"/>
                    <a:pt x="11215" y="2762"/>
                  </a:cubicBezTo>
                  <a:cubicBezTo>
                    <a:pt x="11215" y="1727"/>
                    <a:pt x="10855" y="746"/>
                    <a:pt x="1029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43"/>
            <p:cNvSpPr/>
            <p:nvPr/>
          </p:nvSpPr>
          <p:spPr>
            <a:xfrm>
              <a:off x="6502792" y="2954109"/>
              <a:ext cx="851402" cy="1123370"/>
            </a:xfrm>
            <a:custGeom>
              <a:avLst/>
              <a:gdLst/>
              <a:ahLst/>
              <a:cxnLst/>
              <a:rect l="l" t="t" r="r" b="b"/>
              <a:pathLst>
                <a:path w="5604" h="7394" extrusionOk="0">
                  <a:moveTo>
                    <a:pt x="546" y="0"/>
                  </a:moveTo>
                  <a:cubicBezTo>
                    <a:pt x="546" y="0"/>
                    <a:pt x="1" y="2548"/>
                    <a:pt x="546" y="3093"/>
                  </a:cubicBezTo>
                  <a:cubicBezTo>
                    <a:pt x="618" y="3166"/>
                    <a:pt x="732" y="3192"/>
                    <a:pt x="869" y="3192"/>
                  </a:cubicBezTo>
                  <a:cubicBezTo>
                    <a:pt x="1244" y="3192"/>
                    <a:pt x="1796" y="2994"/>
                    <a:pt x="2173" y="2994"/>
                  </a:cubicBezTo>
                  <a:cubicBezTo>
                    <a:pt x="2310" y="2994"/>
                    <a:pt x="2425" y="3020"/>
                    <a:pt x="2498" y="3093"/>
                  </a:cubicBezTo>
                  <a:cubicBezTo>
                    <a:pt x="2880" y="3491"/>
                    <a:pt x="2310" y="4790"/>
                    <a:pt x="2498" y="5310"/>
                  </a:cubicBezTo>
                  <a:cubicBezTo>
                    <a:pt x="2718" y="5938"/>
                    <a:pt x="3495" y="7393"/>
                    <a:pt x="4168" y="7393"/>
                  </a:cubicBezTo>
                  <a:cubicBezTo>
                    <a:pt x="4177" y="7393"/>
                    <a:pt x="4186" y="7393"/>
                    <a:pt x="4196" y="7393"/>
                  </a:cubicBezTo>
                  <a:cubicBezTo>
                    <a:pt x="4766" y="7354"/>
                    <a:pt x="5269" y="5972"/>
                    <a:pt x="5415" y="5427"/>
                  </a:cubicBezTo>
                  <a:cubicBezTo>
                    <a:pt x="5603" y="4778"/>
                    <a:pt x="5428" y="3039"/>
                    <a:pt x="5377" y="2364"/>
                  </a:cubicBezTo>
                  <a:cubicBezTo>
                    <a:pt x="5231" y="691"/>
                    <a:pt x="4473" y="0"/>
                    <a:pt x="44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43"/>
            <p:cNvSpPr/>
            <p:nvPr/>
          </p:nvSpPr>
          <p:spPr>
            <a:xfrm>
              <a:off x="6063417" y="3367356"/>
              <a:ext cx="292460" cy="157399"/>
            </a:xfrm>
            <a:custGeom>
              <a:avLst/>
              <a:gdLst/>
              <a:ahLst/>
              <a:cxnLst/>
              <a:rect l="l" t="t" r="r" b="b"/>
              <a:pathLst>
                <a:path w="1925" h="1036" extrusionOk="0">
                  <a:moveTo>
                    <a:pt x="81" y="0"/>
                  </a:moveTo>
                  <a:cubicBezTo>
                    <a:pt x="39" y="0"/>
                    <a:pt x="1" y="42"/>
                    <a:pt x="1" y="80"/>
                  </a:cubicBezTo>
                  <a:cubicBezTo>
                    <a:pt x="1" y="612"/>
                    <a:pt x="425" y="1035"/>
                    <a:pt x="956" y="1035"/>
                  </a:cubicBezTo>
                  <a:cubicBezTo>
                    <a:pt x="1488" y="1035"/>
                    <a:pt x="1925" y="612"/>
                    <a:pt x="1925" y="80"/>
                  </a:cubicBezTo>
                  <a:cubicBezTo>
                    <a:pt x="1925" y="42"/>
                    <a:pt x="1886" y="0"/>
                    <a:pt x="1845" y="0"/>
                  </a:cubicBezTo>
                  <a:cubicBezTo>
                    <a:pt x="1807" y="0"/>
                    <a:pt x="1765" y="42"/>
                    <a:pt x="1765" y="80"/>
                  </a:cubicBezTo>
                  <a:cubicBezTo>
                    <a:pt x="1765" y="519"/>
                    <a:pt x="1409" y="876"/>
                    <a:pt x="956" y="876"/>
                  </a:cubicBezTo>
                  <a:cubicBezTo>
                    <a:pt x="517" y="876"/>
                    <a:pt x="160" y="519"/>
                    <a:pt x="160" y="80"/>
                  </a:cubicBezTo>
                  <a:cubicBezTo>
                    <a:pt x="160" y="42"/>
                    <a:pt x="119" y="0"/>
                    <a:pt x="81" y="0"/>
                  </a:cubicBezTo>
                  <a:close/>
                </a:path>
              </a:pathLst>
            </a:custGeom>
            <a:solidFill>
              <a:srgbClr val="322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43"/>
            <p:cNvSpPr/>
            <p:nvPr/>
          </p:nvSpPr>
          <p:spPr>
            <a:xfrm>
              <a:off x="6168551" y="4238365"/>
              <a:ext cx="604975" cy="157399"/>
            </a:xfrm>
            <a:custGeom>
              <a:avLst/>
              <a:gdLst/>
              <a:ahLst/>
              <a:cxnLst/>
              <a:rect l="l" t="t" r="r" b="b"/>
              <a:pathLst>
                <a:path w="3982" h="1036" extrusionOk="0">
                  <a:moveTo>
                    <a:pt x="3981" y="0"/>
                  </a:moveTo>
                  <a:lnTo>
                    <a:pt x="0" y="54"/>
                  </a:lnTo>
                  <a:lnTo>
                    <a:pt x="0" y="1035"/>
                  </a:lnTo>
                  <a:lnTo>
                    <a:pt x="3981" y="0"/>
                  </a:lnTo>
                  <a:close/>
                </a:path>
              </a:pathLst>
            </a:custGeom>
            <a:solidFill>
              <a:srgbClr val="FFC7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43"/>
            <p:cNvSpPr/>
            <p:nvPr/>
          </p:nvSpPr>
          <p:spPr>
            <a:xfrm flipH="1">
              <a:off x="6168556" y="2030297"/>
              <a:ext cx="812166" cy="541444"/>
            </a:xfrm>
            <a:custGeom>
              <a:avLst/>
              <a:gdLst/>
              <a:ahLst/>
              <a:cxnLst/>
              <a:rect l="l" t="t" r="r" b="b"/>
              <a:pathLst>
                <a:path w="8004" h="5336" extrusionOk="0">
                  <a:moveTo>
                    <a:pt x="6106" y="0"/>
                  </a:moveTo>
                  <a:cubicBezTo>
                    <a:pt x="5641" y="0"/>
                    <a:pt x="5230" y="214"/>
                    <a:pt x="4978" y="545"/>
                  </a:cubicBezTo>
                  <a:cubicBezTo>
                    <a:pt x="4819" y="411"/>
                    <a:pt x="4618" y="319"/>
                    <a:pt x="4392" y="319"/>
                  </a:cubicBezTo>
                  <a:cubicBezTo>
                    <a:pt x="4035" y="319"/>
                    <a:pt x="3730" y="545"/>
                    <a:pt x="3609" y="851"/>
                  </a:cubicBezTo>
                  <a:cubicBezTo>
                    <a:pt x="3357" y="692"/>
                    <a:pt x="3051" y="596"/>
                    <a:pt x="2733" y="596"/>
                  </a:cubicBezTo>
                  <a:cubicBezTo>
                    <a:pt x="1819" y="596"/>
                    <a:pt x="1077" y="1341"/>
                    <a:pt x="1077" y="2255"/>
                  </a:cubicBezTo>
                  <a:lnTo>
                    <a:pt x="1077" y="2376"/>
                  </a:lnTo>
                  <a:cubicBezTo>
                    <a:pt x="465" y="2523"/>
                    <a:pt x="0" y="3093"/>
                    <a:pt x="0" y="3756"/>
                  </a:cubicBezTo>
                  <a:cubicBezTo>
                    <a:pt x="0" y="4539"/>
                    <a:pt x="637" y="5176"/>
                    <a:pt x="1421" y="5176"/>
                  </a:cubicBezTo>
                  <a:cubicBezTo>
                    <a:pt x="1605" y="5176"/>
                    <a:pt x="1793" y="5135"/>
                    <a:pt x="1952" y="5071"/>
                  </a:cubicBezTo>
                  <a:cubicBezTo>
                    <a:pt x="2165" y="5236"/>
                    <a:pt x="2422" y="5319"/>
                    <a:pt x="2678" y="5319"/>
                  </a:cubicBezTo>
                  <a:cubicBezTo>
                    <a:pt x="2977" y="5319"/>
                    <a:pt x="3275" y="5205"/>
                    <a:pt x="3504" y="4975"/>
                  </a:cubicBezTo>
                  <a:cubicBezTo>
                    <a:pt x="3637" y="4845"/>
                    <a:pt x="3730" y="4686"/>
                    <a:pt x="3784" y="4526"/>
                  </a:cubicBezTo>
                  <a:lnTo>
                    <a:pt x="3784" y="4539"/>
                  </a:lnTo>
                  <a:cubicBezTo>
                    <a:pt x="3784" y="4975"/>
                    <a:pt x="4141" y="5335"/>
                    <a:pt x="4580" y="5335"/>
                  </a:cubicBezTo>
                  <a:cubicBezTo>
                    <a:pt x="5016" y="5335"/>
                    <a:pt x="5360" y="4975"/>
                    <a:pt x="5360" y="4539"/>
                  </a:cubicBezTo>
                  <a:cubicBezTo>
                    <a:pt x="5360" y="4405"/>
                    <a:pt x="5335" y="4275"/>
                    <a:pt x="5268" y="4166"/>
                  </a:cubicBezTo>
                  <a:lnTo>
                    <a:pt x="5268" y="4166"/>
                  </a:lnTo>
                  <a:cubicBezTo>
                    <a:pt x="5520" y="4354"/>
                    <a:pt x="5825" y="4459"/>
                    <a:pt x="6157" y="4459"/>
                  </a:cubicBezTo>
                  <a:cubicBezTo>
                    <a:pt x="6781" y="4459"/>
                    <a:pt x="7325" y="4061"/>
                    <a:pt x="7539" y="3504"/>
                  </a:cubicBezTo>
                  <a:cubicBezTo>
                    <a:pt x="7816" y="3345"/>
                    <a:pt x="8004" y="3052"/>
                    <a:pt x="8004" y="2708"/>
                  </a:cubicBezTo>
                  <a:cubicBezTo>
                    <a:pt x="8004" y="2335"/>
                    <a:pt x="7791" y="2029"/>
                    <a:pt x="7485" y="1870"/>
                  </a:cubicBezTo>
                  <a:cubicBezTo>
                    <a:pt x="7526" y="1739"/>
                    <a:pt x="7552" y="1593"/>
                    <a:pt x="7552" y="1434"/>
                  </a:cubicBezTo>
                  <a:cubicBezTo>
                    <a:pt x="7552" y="637"/>
                    <a:pt x="6902" y="0"/>
                    <a:pt x="6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Metin Yer Tutucusu 4">
            <a:extLst>
              <a:ext uri="{FF2B5EF4-FFF2-40B4-BE49-F238E27FC236}">
                <a16:creationId xmlns:a16="http://schemas.microsoft.com/office/drawing/2014/main" id="{681F2FBF-EB97-4DEA-8BDD-F87B527869BC}"/>
              </a:ext>
            </a:extLst>
          </p:cNvPr>
          <p:cNvSpPr>
            <a:spLocks noGrp="1"/>
          </p:cNvSpPr>
          <p:nvPr>
            <p:ph type="title"/>
          </p:nvPr>
        </p:nvSpPr>
        <p:spPr>
          <a:xfrm>
            <a:off x="403123" y="314632"/>
            <a:ext cx="4433345" cy="855590"/>
          </a:xfrm>
        </p:spPr>
        <p:txBody>
          <a:bodyPr/>
          <a:lstStyle/>
          <a:p>
            <a:br>
              <a:rPr lang="tr-TR" sz="1400" dirty="0"/>
            </a:br>
            <a:r>
              <a:rPr lang="en-US" sz="1400" dirty="0"/>
              <a:t>David Eagleman states the following on electromagnetic radiation in a ted talk: Instead, we are confined to this very narrow slice of perception, right in the middle. Even weirder, we can't see many events that take place even in the slice of reality we call home. Let's take the colors in our world. These are light waves, electromagnetic radiations, that bounce off objects and hit special receptors behind our eyes. But we can't see all the waves here. What we're actually seeing is less than a 10 trillionth of what's here. Radio waves, microwaves, X-rays and gamma rays are passing through your body right now and you have no idea; because you weren't born with the biological receptors needed to see them. There are thousands of phone calls going through your body right now and you don't notice any of them.</a:t>
            </a:r>
            <a:endParaRPr lang="tr-TR"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grpSp>
        <p:nvGrpSpPr>
          <p:cNvPr id="741" name="Google Shape;741;p55"/>
          <p:cNvGrpSpPr/>
          <p:nvPr/>
        </p:nvGrpSpPr>
        <p:grpSpPr>
          <a:xfrm>
            <a:off x="5891065" y="1385968"/>
            <a:ext cx="2487413" cy="2487413"/>
            <a:chOff x="3841172" y="14245"/>
            <a:chExt cx="989700" cy="989700"/>
          </a:xfrm>
        </p:grpSpPr>
        <p:sp>
          <p:nvSpPr>
            <p:cNvPr id="742" name="Google Shape;742;p55"/>
            <p:cNvSpPr/>
            <p:nvPr/>
          </p:nvSpPr>
          <p:spPr>
            <a:xfrm>
              <a:off x="3841172" y="14245"/>
              <a:ext cx="989700" cy="989700"/>
            </a:xfrm>
            <a:prstGeom prst="ellipse">
              <a:avLst/>
            </a:pr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3" name="Google Shape;743;p55"/>
            <p:cNvSpPr/>
            <p:nvPr/>
          </p:nvSpPr>
          <p:spPr>
            <a:xfrm>
              <a:off x="3910922" y="74965"/>
              <a:ext cx="850200" cy="850200"/>
            </a:xfrm>
            <a:prstGeom prst="ellipse">
              <a:avLst/>
            </a:pr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55"/>
            <p:cNvSpPr/>
            <p:nvPr/>
          </p:nvSpPr>
          <p:spPr>
            <a:xfrm>
              <a:off x="3985621" y="158695"/>
              <a:ext cx="700800" cy="700800"/>
            </a:xfrm>
            <a:prstGeom prst="ellipse">
              <a:avLst/>
            </a:pr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5" name="Google Shape;745;p55"/>
          <p:cNvSpPr txBox="1">
            <a:spLocks noGrp="1"/>
          </p:cNvSpPr>
          <p:nvPr>
            <p:ph type="title"/>
          </p:nvPr>
        </p:nvSpPr>
        <p:spPr>
          <a:xfrm>
            <a:off x="656264" y="273450"/>
            <a:ext cx="7938015" cy="349243"/>
          </a:xfrm>
          <a:prstGeom prst="rect">
            <a:avLst/>
          </a:prstGeom>
        </p:spPr>
        <p:txBody>
          <a:bodyPr spcFirstLastPara="1" wrap="square" lIns="91425" tIns="91425" rIns="91425" bIns="91425" anchor="t" anchorCtr="0">
            <a:noAutofit/>
          </a:bodyPr>
          <a:lstStyle/>
          <a:p>
            <a:pPr lvl="0">
              <a:buClr>
                <a:schemeClr val="dk1"/>
              </a:buClr>
              <a:buSzPts val="1100"/>
            </a:pPr>
            <a:r>
              <a:rPr lang="en-US" sz="2000" dirty="0">
                <a:hlinkClick r:id="rId3" tooltip="bir erkek adı"/>
              </a:rPr>
              <a:t>David</a:t>
            </a:r>
            <a:r>
              <a:rPr lang="en-US" sz="2000" dirty="0"/>
              <a:t> </a:t>
            </a:r>
            <a:r>
              <a:rPr lang="en-US" sz="2000" dirty="0" err="1"/>
              <a:t>eagleman</a:t>
            </a:r>
            <a:r>
              <a:rPr lang="en-US" sz="2000" dirty="0"/>
              <a:t> </a:t>
            </a:r>
            <a:r>
              <a:rPr lang="en-US" sz="2000" dirty="0">
                <a:hlinkClick r:id="rId4" tooltip="müzakereler, görüşmeler"/>
              </a:rPr>
              <a:t>talks</a:t>
            </a:r>
            <a:r>
              <a:rPr lang="en-US" sz="2000" dirty="0"/>
              <a:t> </a:t>
            </a:r>
            <a:r>
              <a:rPr lang="en-US" sz="2000" dirty="0">
                <a:hlinkClick r:id="rId5" tooltip="yaklaşık olarak, hakkında, ile ilgili, oracıkta, hemen yanıbaşında, neredeyse..."/>
              </a:rPr>
              <a:t>about</a:t>
            </a:r>
            <a:r>
              <a:rPr lang="en-US" sz="2000" dirty="0"/>
              <a:t> </a:t>
            </a:r>
            <a:r>
              <a:rPr lang="en-US" sz="2000" dirty="0">
                <a:hlinkClick r:id="rId6" tooltip="onların, (emin olunmayan durumlarda) onların"/>
              </a:rPr>
              <a:t>their</a:t>
            </a:r>
            <a:r>
              <a:rPr lang="en-US" sz="2000" dirty="0"/>
              <a:t> </a:t>
            </a:r>
            <a:r>
              <a:rPr lang="en-US" sz="2000" dirty="0">
                <a:hlinkClick r:id="rId7" tooltip="genel, umumi, general, paşa, yaygın, genel, geniş..."/>
              </a:rPr>
              <a:t>General</a:t>
            </a:r>
            <a:r>
              <a:rPr lang="en-US" sz="2000" dirty="0"/>
              <a:t> </a:t>
            </a:r>
            <a:r>
              <a:rPr lang="en-US" sz="2000" dirty="0">
                <a:hlinkClick r:id="rId8" tooltip="ağ, örgü, bilgisayar ağı kurmak, tanışma fırsatları yaratmak..."/>
              </a:rPr>
              <a:t>Network</a:t>
            </a:r>
            <a:r>
              <a:rPr lang="en-US" sz="2000" dirty="0"/>
              <a:t> </a:t>
            </a:r>
            <a:r>
              <a:rPr lang="en-US" sz="2000" dirty="0">
                <a:hlinkClick r:id="rId9" tooltip="deney, denemek, deney yapmak"/>
              </a:rPr>
              <a:t>experiment</a:t>
            </a:r>
            <a:r>
              <a:rPr lang="en-US" sz="2000" dirty="0"/>
              <a:t> </a:t>
            </a:r>
            <a:r>
              <a:rPr lang="en-US" sz="2000" dirty="0">
                <a:hlinkClick r:id="rId10" tooltip="... e, ... a doğru, ... de, ... da, zamanında, bir durumu veya eylemi bilidrmede..."/>
              </a:rPr>
              <a:t>at</a:t>
            </a:r>
            <a:r>
              <a:rPr lang="en-US" sz="2000" dirty="0"/>
              <a:t> </a:t>
            </a:r>
            <a:r>
              <a:rPr lang="en-US" sz="2000" dirty="0">
                <a:hlinkClick r:id="rId11" tooltip="ne kadar ... o kadar ..., vücudun bir uzvundan bahsederken, sadece bir tane olan isimlerden önce..."/>
              </a:rPr>
              <a:t>the</a:t>
            </a:r>
            <a:r>
              <a:rPr lang="en-US" sz="2000" dirty="0"/>
              <a:t> </a:t>
            </a:r>
            <a:r>
              <a:rPr lang="en-US" sz="2000" dirty="0">
                <a:hlinkClick r:id="rId12" tooltip="laboratuvar"/>
              </a:rPr>
              <a:t>Lab</a:t>
            </a:r>
            <a:r>
              <a:rPr lang="en-US" sz="2000" dirty="0"/>
              <a:t>:</a:t>
            </a:r>
            <a:endParaRPr sz="2000" dirty="0"/>
          </a:p>
        </p:txBody>
      </p:sp>
      <p:grpSp>
        <p:nvGrpSpPr>
          <p:cNvPr id="746" name="Google Shape;746;p55"/>
          <p:cNvGrpSpPr/>
          <p:nvPr/>
        </p:nvGrpSpPr>
        <p:grpSpPr>
          <a:xfrm>
            <a:off x="6436932" y="1970574"/>
            <a:ext cx="1395673" cy="1335709"/>
            <a:chOff x="3747624" y="2213577"/>
            <a:chExt cx="1648758" cy="1577920"/>
          </a:xfrm>
        </p:grpSpPr>
        <p:sp>
          <p:nvSpPr>
            <p:cNvPr id="747" name="Google Shape;747;p55"/>
            <p:cNvSpPr/>
            <p:nvPr/>
          </p:nvSpPr>
          <p:spPr>
            <a:xfrm>
              <a:off x="4570090" y="3299659"/>
              <a:ext cx="514059" cy="491837"/>
            </a:xfrm>
            <a:custGeom>
              <a:avLst/>
              <a:gdLst/>
              <a:ahLst/>
              <a:cxnLst/>
              <a:rect l="l" t="t" r="r" b="b"/>
              <a:pathLst>
                <a:path w="11844" h="11332" extrusionOk="0">
                  <a:moveTo>
                    <a:pt x="2930" y="1"/>
                  </a:moveTo>
                  <a:cubicBezTo>
                    <a:pt x="2930" y="1"/>
                    <a:pt x="2444" y="603"/>
                    <a:pt x="1451" y="1328"/>
                  </a:cubicBezTo>
                  <a:cubicBezTo>
                    <a:pt x="479" y="2082"/>
                    <a:pt x="0" y="2082"/>
                    <a:pt x="0" y="2082"/>
                  </a:cubicBezTo>
                  <a:cubicBezTo>
                    <a:pt x="0" y="2082"/>
                    <a:pt x="334" y="4048"/>
                    <a:pt x="2444" y="5832"/>
                  </a:cubicBezTo>
                  <a:cubicBezTo>
                    <a:pt x="3455" y="6694"/>
                    <a:pt x="4546" y="6858"/>
                    <a:pt x="5231" y="6858"/>
                  </a:cubicBezTo>
                  <a:cubicBezTo>
                    <a:pt x="5651" y="6858"/>
                    <a:pt x="5918" y="6796"/>
                    <a:pt x="5918" y="6796"/>
                  </a:cubicBezTo>
                  <a:lnTo>
                    <a:pt x="5918" y="6796"/>
                  </a:lnTo>
                  <a:cubicBezTo>
                    <a:pt x="5918" y="6796"/>
                    <a:pt x="5556" y="8131"/>
                    <a:pt x="7310" y="9849"/>
                  </a:cubicBezTo>
                  <a:cubicBezTo>
                    <a:pt x="7796" y="10306"/>
                    <a:pt x="8674" y="10277"/>
                    <a:pt x="9124" y="10756"/>
                  </a:cubicBezTo>
                  <a:cubicBezTo>
                    <a:pt x="9523" y="11181"/>
                    <a:pt x="9923" y="11332"/>
                    <a:pt x="10287" y="11332"/>
                  </a:cubicBezTo>
                  <a:cubicBezTo>
                    <a:pt x="11166" y="11332"/>
                    <a:pt x="11843" y="10459"/>
                    <a:pt x="11843" y="10459"/>
                  </a:cubicBezTo>
                  <a:cubicBezTo>
                    <a:pt x="11843" y="10459"/>
                    <a:pt x="11031" y="9639"/>
                    <a:pt x="10545" y="8493"/>
                  </a:cubicBezTo>
                  <a:cubicBezTo>
                    <a:pt x="10059" y="7340"/>
                    <a:pt x="10001" y="5890"/>
                    <a:pt x="10001" y="5890"/>
                  </a:cubicBezTo>
                  <a:cubicBezTo>
                    <a:pt x="10001" y="5890"/>
                    <a:pt x="9752" y="5938"/>
                    <a:pt x="9353" y="5938"/>
                  </a:cubicBezTo>
                  <a:cubicBezTo>
                    <a:pt x="8702" y="5938"/>
                    <a:pt x="7655" y="5810"/>
                    <a:pt x="6643" y="5135"/>
                  </a:cubicBezTo>
                  <a:cubicBezTo>
                    <a:pt x="5468" y="4352"/>
                    <a:pt x="4649" y="2358"/>
                    <a:pt x="4649" y="2358"/>
                  </a:cubicBezTo>
                  <a:cubicBezTo>
                    <a:pt x="4649" y="2358"/>
                    <a:pt x="3960" y="2358"/>
                    <a:pt x="3474" y="1633"/>
                  </a:cubicBezTo>
                  <a:cubicBezTo>
                    <a:pt x="2988" y="878"/>
                    <a:pt x="2930" y="1"/>
                    <a:pt x="29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55"/>
            <p:cNvSpPr/>
            <p:nvPr/>
          </p:nvSpPr>
          <p:spPr>
            <a:xfrm>
              <a:off x="3747624" y="2213577"/>
              <a:ext cx="855246" cy="995697"/>
            </a:xfrm>
            <a:custGeom>
              <a:avLst/>
              <a:gdLst/>
              <a:ahLst/>
              <a:cxnLst/>
              <a:rect l="l" t="t" r="r" b="b"/>
              <a:pathLst>
                <a:path w="19705" h="22941" extrusionOk="0">
                  <a:moveTo>
                    <a:pt x="16730" y="0"/>
                  </a:moveTo>
                  <a:cubicBezTo>
                    <a:pt x="16455" y="0"/>
                    <a:pt x="16167" y="19"/>
                    <a:pt x="15868" y="63"/>
                  </a:cubicBezTo>
                  <a:cubicBezTo>
                    <a:pt x="14113" y="310"/>
                    <a:pt x="13265" y="1064"/>
                    <a:pt x="12902" y="1455"/>
                  </a:cubicBezTo>
                  <a:cubicBezTo>
                    <a:pt x="12902" y="1941"/>
                    <a:pt x="12996" y="2514"/>
                    <a:pt x="13178" y="3087"/>
                  </a:cubicBezTo>
                  <a:cubicBezTo>
                    <a:pt x="13590" y="4240"/>
                    <a:pt x="14505" y="4421"/>
                    <a:pt x="15007" y="4421"/>
                  </a:cubicBezTo>
                  <a:cubicBezTo>
                    <a:pt x="15204" y="4421"/>
                    <a:pt x="15337" y="4393"/>
                    <a:pt x="15353" y="4385"/>
                  </a:cubicBezTo>
                  <a:cubicBezTo>
                    <a:pt x="15371" y="4382"/>
                    <a:pt x="15389" y="4381"/>
                    <a:pt x="15407" y="4381"/>
                  </a:cubicBezTo>
                  <a:cubicBezTo>
                    <a:pt x="15569" y="4381"/>
                    <a:pt x="15719" y="4497"/>
                    <a:pt x="15745" y="4661"/>
                  </a:cubicBezTo>
                  <a:cubicBezTo>
                    <a:pt x="15774" y="4842"/>
                    <a:pt x="15658" y="4987"/>
                    <a:pt x="15477" y="5023"/>
                  </a:cubicBezTo>
                  <a:cubicBezTo>
                    <a:pt x="15353" y="5052"/>
                    <a:pt x="15201" y="5081"/>
                    <a:pt x="15049" y="5081"/>
                  </a:cubicBezTo>
                  <a:cubicBezTo>
                    <a:pt x="14236" y="5081"/>
                    <a:pt x="13083" y="4719"/>
                    <a:pt x="12576" y="3297"/>
                  </a:cubicBezTo>
                  <a:cubicBezTo>
                    <a:pt x="12358" y="2754"/>
                    <a:pt x="12271" y="2181"/>
                    <a:pt x="12271" y="1695"/>
                  </a:cubicBezTo>
                  <a:cubicBezTo>
                    <a:pt x="11727" y="1724"/>
                    <a:pt x="10792" y="1847"/>
                    <a:pt x="9551" y="2449"/>
                  </a:cubicBezTo>
                  <a:cubicBezTo>
                    <a:pt x="8253" y="3087"/>
                    <a:pt x="7920" y="3870"/>
                    <a:pt x="7709" y="4414"/>
                  </a:cubicBezTo>
                  <a:lnTo>
                    <a:pt x="7738" y="4900"/>
                  </a:lnTo>
                  <a:lnTo>
                    <a:pt x="7738" y="5023"/>
                  </a:lnTo>
                  <a:cubicBezTo>
                    <a:pt x="7738" y="5081"/>
                    <a:pt x="7767" y="6924"/>
                    <a:pt x="9189" y="6953"/>
                  </a:cubicBezTo>
                  <a:lnTo>
                    <a:pt x="9218" y="6953"/>
                  </a:lnTo>
                  <a:cubicBezTo>
                    <a:pt x="10429" y="6953"/>
                    <a:pt x="10639" y="5894"/>
                    <a:pt x="10668" y="5749"/>
                  </a:cubicBezTo>
                  <a:cubicBezTo>
                    <a:pt x="10694" y="5612"/>
                    <a:pt x="10821" y="5498"/>
                    <a:pt x="10978" y="5498"/>
                  </a:cubicBezTo>
                  <a:cubicBezTo>
                    <a:pt x="10995" y="5498"/>
                    <a:pt x="11013" y="5499"/>
                    <a:pt x="11031" y="5502"/>
                  </a:cubicBezTo>
                  <a:cubicBezTo>
                    <a:pt x="11212" y="5531"/>
                    <a:pt x="11336" y="5683"/>
                    <a:pt x="11307" y="5865"/>
                  </a:cubicBezTo>
                  <a:cubicBezTo>
                    <a:pt x="11212" y="6474"/>
                    <a:pt x="10639" y="7620"/>
                    <a:pt x="9218" y="7620"/>
                  </a:cubicBezTo>
                  <a:lnTo>
                    <a:pt x="9160" y="7620"/>
                  </a:lnTo>
                  <a:cubicBezTo>
                    <a:pt x="7615" y="7562"/>
                    <a:pt x="7137" y="6046"/>
                    <a:pt x="7100" y="5140"/>
                  </a:cubicBezTo>
                  <a:lnTo>
                    <a:pt x="7100" y="4987"/>
                  </a:lnTo>
                  <a:cubicBezTo>
                    <a:pt x="6593" y="5081"/>
                    <a:pt x="5621" y="5321"/>
                    <a:pt x="4780" y="5988"/>
                  </a:cubicBezTo>
                  <a:cubicBezTo>
                    <a:pt x="3837" y="6655"/>
                    <a:pt x="3597" y="7525"/>
                    <a:pt x="3539" y="8011"/>
                  </a:cubicBezTo>
                  <a:cubicBezTo>
                    <a:pt x="4446" y="8222"/>
                    <a:pt x="5352" y="8737"/>
                    <a:pt x="6107" y="9882"/>
                  </a:cubicBezTo>
                  <a:cubicBezTo>
                    <a:pt x="6680" y="10789"/>
                    <a:pt x="6890" y="11608"/>
                    <a:pt x="6680" y="12305"/>
                  </a:cubicBezTo>
                  <a:cubicBezTo>
                    <a:pt x="6498" y="12907"/>
                    <a:pt x="6049" y="13363"/>
                    <a:pt x="5323" y="13690"/>
                  </a:cubicBezTo>
                  <a:cubicBezTo>
                    <a:pt x="5048" y="13842"/>
                    <a:pt x="4780" y="13907"/>
                    <a:pt x="4533" y="13907"/>
                  </a:cubicBezTo>
                  <a:cubicBezTo>
                    <a:pt x="4323" y="13907"/>
                    <a:pt x="4141" y="13842"/>
                    <a:pt x="3960" y="13755"/>
                  </a:cubicBezTo>
                  <a:cubicBezTo>
                    <a:pt x="3329" y="13421"/>
                    <a:pt x="3148" y="12602"/>
                    <a:pt x="3148" y="12573"/>
                  </a:cubicBezTo>
                  <a:cubicBezTo>
                    <a:pt x="3112" y="12392"/>
                    <a:pt x="3235" y="12239"/>
                    <a:pt x="3416" y="12181"/>
                  </a:cubicBezTo>
                  <a:cubicBezTo>
                    <a:pt x="3434" y="12179"/>
                    <a:pt x="3451" y="12177"/>
                    <a:pt x="3469" y="12177"/>
                  </a:cubicBezTo>
                  <a:cubicBezTo>
                    <a:pt x="3626" y="12177"/>
                    <a:pt x="3753" y="12293"/>
                    <a:pt x="3779" y="12457"/>
                  </a:cubicBezTo>
                  <a:cubicBezTo>
                    <a:pt x="3808" y="12602"/>
                    <a:pt x="3960" y="13030"/>
                    <a:pt x="4265" y="13182"/>
                  </a:cubicBezTo>
                  <a:cubicBezTo>
                    <a:pt x="4355" y="13220"/>
                    <a:pt x="4451" y="13241"/>
                    <a:pt x="4558" y="13241"/>
                  </a:cubicBezTo>
                  <a:cubicBezTo>
                    <a:pt x="4699" y="13241"/>
                    <a:pt x="4858" y="13204"/>
                    <a:pt x="5048" y="13117"/>
                  </a:cubicBezTo>
                  <a:cubicBezTo>
                    <a:pt x="5592" y="12878"/>
                    <a:pt x="5954" y="12515"/>
                    <a:pt x="6078" y="12123"/>
                  </a:cubicBezTo>
                  <a:cubicBezTo>
                    <a:pt x="6230" y="11608"/>
                    <a:pt x="6049" y="10970"/>
                    <a:pt x="5563" y="10216"/>
                  </a:cubicBezTo>
                  <a:cubicBezTo>
                    <a:pt x="4780" y="9070"/>
                    <a:pt x="3902" y="8650"/>
                    <a:pt x="2843" y="8526"/>
                  </a:cubicBezTo>
                  <a:cubicBezTo>
                    <a:pt x="2510" y="8766"/>
                    <a:pt x="2118" y="9157"/>
                    <a:pt x="1697" y="9948"/>
                  </a:cubicBezTo>
                  <a:cubicBezTo>
                    <a:pt x="697" y="11732"/>
                    <a:pt x="1393" y="13269"/>
                    <a:pt x="1393" y="13269"/>
                  </a:cubicBezTo>
                  <a:cubicBezTo>
                    <a:pt x="1393" y="13269"/>
                    <a:pt x="0" y="13842"/>
                    <a:pt x="247" y="15720"/>
                  </a:cubicBezTo>
                  <a:cubicBezTo>
                    <a:pt x="486" y="17620"/>
                    <a:pt x="1813" y="17954"/>
                    <a:pt x="1813" y="17954"/>
                  </a:cubicBezTo>
                  <a:cubicBezTo>
                    <a:pt x="1813" y="17954"/>
                    <a:pt x="1393" y="19310"/>
                    <a:pt x="2089" y="20101"/>
                  </a:cubicBezTo>
                  <a:cubicBezTo>
                    <a:pt x="2481" y="20579"/>
                    <a:pt x="2901" y="20797"/>
                    <a:pt x="3235" y="20884"/>
                  </a:cubicBezTo>
                  <a:cubicBezTo>
                    <a:pt x="3692" y="20159"/>
                    <a:pt x="4867" y="18469"/>
                    <a:pt x="6049" y="18375"/>
                  </a:cubicBezTo>
                  <a:cubicBezTo>
                    <a:pt x="6092" y="18360"/>
                    <a:pt x="6138" y="18353"/>
                    <a:pt x="6183" y="18353"/>
                  </a:cubicBezTo>
                  <a:cubicBezTo>
                    <a:pt x="6228" y="18353"/>
                    <a:pt x="6274" y="18360"/>
                    <a:pt x="6317" y="18375"/>
                  </a:cubicBezTo>
                  <a:cubicBezTo>
                    <a:pt x="6527" y="18077"/>
                    <a:pt x="7166" y="17019"/>
                    <a:pt x="6317" y="16322"/>
                  </a:cubicBezTo>
                  <a:cubicBezTo>
                    <a:pt x="5960" y="16028"/>
                    <a:pt x="5621" y="15931"/>
                    <a:pt x="5331" y="15931"/>
                  </a:cubicBezTo>
                  <a:cubicBezTo>
                    <a:pt x="4784" y="15931"/>
                    <a:pt x="4404" y="16274"/>
                    <a:pt x="4381" y="16293"/>
                  </a:cubicBezTo>
                  <a:cubicBezTo>
                    <a:pt x="4308" y="16351"/>
                    <a:pt x="4218" y="16380"/>
                    <a:pt x="4130" y="16380"/>
                  </a:cubicBezTo>
                  <a:cubicBezTo>
                    <a:pt x="4043" y="16380"/>
                    <a:pt x="3960" y="16351"/>
                    <a:pt x="3902" y="16293"/>
                  </a:cubicBezTo>
                  <a:cubicBezTo>
                    <a:pt x="3779" y="16141"/>
                    <a:pt x="3808" y="15931"/>
                    <a:pt x="3931" y="15807"/>
                  </a:cubicBezTo>
                  <a:cubicBezTo>
                    <a:pt x="4195" y="15561"/>
                    <a:pt x="4710" y="15282"/>
                    <a:pt x="5329" y="15282"/>
                  </a:cubicBezTo>
                  <a:cubicBezTo>
                    <a:pt x="5765" y="15282"/>
                    <a:pt x="6252" y="15421"/>
                    <a:pt x="6738" y="15807"/>
                  </a:cubicBezTo>
                  <a:cubicBezTo>
                    <a:pt x="7796" y="16685"/>
                    <a:pt x="7376" y="17925"/>
                    <a:pt x="6919" y="18650"/>
                  </a:cubicBezTo>
                  <a:cubicBezTo>
                    <a:pt x="7013" y="18708"/>
                    <a:pt x="7071" y="18766"/>
                    <a:pt x="7137" y="18832"/>
                  </a:cubicBezTo>
                  <a:cubicBezTo>
                    <a:pt x="7499" y="19252"/>
                    <a:pt x="7680" y="19709"/>
                    <a:pt x="7586" y="20188"/>
                  </a:cubicBezTo>
                  <a:cubicBezTo>
                    <a:pt x="7499" y="21036"/>
                    <a:pt x="6651" y="21609"/>
                    <a:pt x="6622" y="21609"/>
                  </a:cubicBezTo>
                  <a:cubicBezTo>
                    <a:pt x="6556" y="21667"/>
                    <a:pt x="6498" y="21667"/>
                    <a:pt x="6440" y="21667"/>
                  </a:cubicBezTo>
                  <a:cubicBezTo>
                    <a:pt x="6346" y="21667"/>
                    <a:pt x="6230" y="21638"/>
                    <a:pt x="6165" y="21522"/>
                  </a:cubicBezTo>
                  <a:cubicBezTo>
                    <a:pt x="6078" y="21370"/>
                    <a:pt x="6107" y="21189"/>
                    <a:pt x="6259" y="21094"/>
                  </a:cubicBezTo>
                  <a:cubicBezTo>
                    <a:pt x="6259" y="21065"/>
                    <a:pt x="6890" y="20674"/>
                    <a:pt x="6955" y="20101"/>
                  </a:cubicBezTo>
                  <a:cubicBezTo>
                    <a:pt x="6984" y="19825"/>
                    <a:pt x="6890" y="19557"/>
                    <a:pt x="6651" y="19252"/>
                  </a:cubicBezTo>
                  <a:cubicBezTo>
                    <a:pt x="6492" y="19094"/>
                    <a:pt x="6356" y="19007"/>
                    <a:pt x="6184" y="19007"/>
                  </a:cubicBezTo>
                  <a:cubicBezTo>
                    <a:pt x="6159" y="19007"/>
                    <a:pt x="6133" y="19009"/>
                    <a:pt x="6107" y="19013"/>
                  </a:cubicBezTo>
                  <a:cubicBezTo>
                    <a:pt x="5229" y="19100"/>
                    <a:pt x="4141" y="20645"/>
                    <a:pt x="3692" y="21370"/>
                  </a:cubicBezTo>
                  <a:cubicBezTo>
                    <a:pt x="3837" y="21914"/>
                    <a:pt x="4294" y="22791"/>
                    <a:pt x="5802" y="22907"/>
                  </a:cubicBezTo>
                  <a:cubicBezTo>
                    <a:pt x="6045" y="22930"/>
                    <a:pt x="6273" y="22941"/>
                    <a:pt x="6487" y="22941"/>
                  </a:cubicBezTo>
                  <a:cubicBezTo>
                    <a:pt x="7415" y="22941"/>
                    <a:pt x="8069" y="22745"/>
                    <a:pt x="8464" y="22545"/>
                  </a:cubicBezTo>
                  <a:lnTo>
                    <a:pt x="8645" y="22211"/>
                  </a:lnTo>
                  <a:cubicBezTo>
                    <a:pt x="8551" y="21848"/>
                    <a:pt x="8435" y="20797"/>
                    <a:pt x="9276" y="19644"/>
                  </a:cubicBezTo>
                  <a:cubicBezTo>
                    <a:pt x="10066" y="18556"/>
                    <a:pt x="11394" y="18404"/>
                    <a:pt x="11966" y="18375"/>
                  </a:cubicBezTo>
                  <a:cubicBezTo>
                    <a:pt x="12061" y="18012"/>
                    <a:pt x="12300" y="17287"/>
                    <a:pt x="12996" y="16656"/>
                  </a:cubicBezTo>
                  <a:cubicBezTo>
                    <a:pt x="13054" y="16627"/>
                    <a:pt x="13120" y="16562"/>
                    <a:pt x="13178" y="16533"/>
                  </a:cubicBezTo>
                  <a:cubicBezTo>
                    <a:pt x="12967" y="16047"/>
                    <a:pt x="12721" y="15445"/>
                    <a:pt x="12452" y="14749"/>
                  </a:cubicBezTo>
                  <a:cubicBezTo>
                    <a:pt x="11995" y="13603"/>
                    <a:pt x="11336" y="12783"/>
                    <a:pt x="10668" y="12602"/>
                  </a:cubicBezTo>
                  <a:cubicBezTo>
                    <a:pt x="10557" y="12573"/>
                    <a:pt x="10447" y="12559"/>
                    <a:pt x="10337" y="12559"/>
                  </a:cubicBezTo>
                  <a:cubicBezTo>
                    <a:pt x="10003" y="12559"/>
                    <a:pt x="9672" y="12692"/>
                    <a:pt x="9312" y="12965"/>
                  </a:cubicBezTo>
                  <a:cubicBezTo>
                    <a:pt x="8826" y="13363"/>
                    <a:pt x="8551" y="13784"/>
                    <a:pt x="8551" y="14205"/>
                  </a:cubicBezTo>
                  <a:cubicBezTo>
                    <a:pt x="8522" y="14778"/>
                    <a:pt x="8979" y="15206"/>
                    <a:pt x="8979" y="15206"/>
                  </a:cubicBezTo>
                  <a:cubicBezTo>
                    <a:pt x="9095" y="15358"/>
                    <a:pt x="9095" y="15539"/>
                    <a:pt x="8979" y="15684"/>
                  </a:cubicBezTo>
                  <a:cubicBezTo>
                    <a:pt x="8917" y="15746"/>
                    <a:pt x="8834" y="15777"/>
                    <a:pt x="8750" y="15777"/>
                  </a:cubicBezTo>
                  <a:cubicBezTo>
                    <a:pt x="8667" y="15777"/>
                    <a:pt x="8583" y="15746"/>
                    <a:pt x="8522" y="15684"/>
                  </a:cubicBezTo>
                  <a:cubicBezTo>
                    <a:pt x="8493" y="15655"/>
                    <a:pt x="7862" y="15053"/>
                    <a:pt x="7891" y="14176"/>
                  </a:cubicBezTo>
                  <a:cubicBezTo>
                    <a:pt x="7920" y="13545"/>
                    <a:pt x="8253" y="12965"/>
                    <a:pt x="8913" y="12457"/>
                  </a:cubicBezTo>
                  <a:cubicBezTo>
                    <a:pt x="9459" y="12037"/>
                    <a:pt x="9959" y="11906"/>
                    <a:pt x="10355" y="11906"/>
                  </a:cubicBezTo>
                  <a:cubicBezTo>
                    <a:pt x="10533" y="11906"/>
                    <a:pt x="10690" y="11933"/>
                    <a:pt x="10821" y="11971"/>
                  </a:cubicBezTo>
                  <a:cubicBezTo>
                    <a:pt x="11727" y="12239"/>
                    <a:pt x="12539" y="13146"/>
                    <a:pt x="13054" y="14509"/>
                  </a:cubicBezTo>
                  <a:cubicBezTo>
                    <a:pt x="13301" y="15206"/>
                    <a:pt x="13569" y="15778"/>
                    <a:pt x="13750" y="16228"/>
                  </a:cubicBezTo>
                  <a:cubicBezTo>
                    <a:pt x="14076" y="16130"/>
                    <a:pt x="14402" y="16098"/>
                    <a:pt x="14686" y="16098"/>
                  </a:cubicBezTo>
                  <a:cubicBezTo>
                    <a:pt x="15011" y="16098"/>
                    <a:pt x="15282" y="16139"/>
                    <a:pt x="15440" y="16170"/>
                  </a:cubicBezTo>
                  <a:lnTo>
                    <a:pt x="15897" y="15684"/>
                  </a:lnTo>
                  <a:cubicBezTo>
                    <a:pt x="15716" y="15416"/>
                    <a:pt x="15506" y="14930"/>
                    <a:pt x="15687" y="14328"/>
                  </a:cubicBezTo>
                  <a:cubicBezTo>
                    <a:pt x="15839" y="13936"/>
                    <a:pt x="16020" y="13661"/>
                    <a:pt x="16202" y="13509"/>
                  </a:cubicBezTo>
                  <a:cubicBezTo>
                    <a:pt x="15926" y="13211"/>
                    <a:pt x="15593" y="12696"/>
                    <a:pt x="15716" y="11971"/>
                  </a:cubicBezTo>
                  <a:cubicBezTo>
                    <a:pt x="15803" y="11369"/>
                    <a:pt x="16107" y="10970"/>
                    <a:pt x="16412" y="10731"/>
                  </a:cubicBezTo>
                  <a:cubicBezTo>
                    <a:pt x="16383" y="10702"/>
                    <a:pt x="16383" y="10673"/>
                    <a:pt x="16347" y="10644"/>
                  </a:cubicBezTo>
                  <a:cubicBezTo>
                    <a:pt x="16347" y="10608"/>
                    <a:pt x="15716" y="9128"/>
                    <a:pt x="14570" y="8918"/>
                  </a:cubicBezTo>
                  <a:cubicBezTo>
                    <a:pt x="14471" y="8902"/>
                    <a:pt x="14375" y="8895"/>
                    <a:pt x="14282" y="8895"/>
                  </a:cubicBezTo>
                  <a:cubicBezTo>
                    <a:pt x="13288" y="8895"/>
                    <a:pt x="12634" y="9704"/>
                    <a:pt x="12634" y="9737"/>
                  </a:cubicBezTo>
                  <a:cubicBezTo>
                    <a:pt x="12575" y="9828"/>
                    <a:pt x="12470" y="9877"/>
                    <a:pt x="12362" y="9877"/>
                  </a:cubicBezTo>
                  <a:cubicBezTo>
                    <a:pt x="12298" y="9877"/>
                    <a:pt x="12234" y="9860"/>
                    <a:pt x="12177" y="9824"/>
                  </a:cubicBezTo>
                  <a:cubicBezTo>
                    <a:pt x="12032" y="9701"/>
                    <a:pt x="11995" y="9520"/>
                    <a:pt x="12090" y="9375"/>
                  </a:cubicBezTo>
                  <a:cubicBezTo>
                    <a:pt x="12116" y="9315"/>
                    <a:pt x="12872" y="8158"/>
                    <a:pt x="14177" y="8158"/>
                  </a:cubicBezTo>
                  <a:cubicBezTo>
                    <a:pt x="14303" y="8158"/>
                    <a:pt x="14434" y="8169"/>
                    <a:pt x="14570" y="8193"/>
                  </a:cubicBezTo>
                  <a:cubicBezTo>
                    <a:pt x="15440" y="8345"/>
                    <a:pt x="16136" y="8918"/>
                    <a:pt x="16528" y="9520"/>
                  </a:cubicBezTo>
                  <a:cubicBezTo>
                    <a:pt x="16470" y="8918"/>
                    <a:pt x="16499" y="8164"/>
                    <a:pt x="16709" y="7286"/>
                  </a:cubicBezTo>
                  <a:cubicBezTo>
                    <a:pt x="17108" y="5712"/>
                    <a:pt x="18131" y="4690"/>
                    <a:pt x="18559" y="4327"/>
                  </a:cubicBezTo>
                  <a:cubicBezTo>
                    <a:pt x="18341" y="3841"/>
                    <a:pt x="18015" y="2725"/>
                    <a:pt x="18493" y="1905"/>
                  </a:cubicBezTo>
                  <a:cubicBezTo>
                    <a:pt x="18950" y="1151"/>
                    <a:pt x="19429" y="941"/>
                    <a:pt x="19705" y="788"/>
                  </a:cubicBezTo>
                  <a:cubicBezTo>
                    <a:pt x="19225" y="509"/>
                    <a:pt x="18149" y="0"/>
                    <a:pt x="16730" y="0"/>
                  </a:cubicBezTo>
                  <a:close/>
                </a:path>
              </a:pathLst>
            </a:custGeom>
            <a:solidFill>
              <a:srgbClr val="7D62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55"/>
            <p:cNvSpPr/>
            <p:nvPr/>
          </p:nvSpPr>
          <p:spPr>
            <a:xfrm>
              <a:off x="4449216" y="2231111"/>
              <a:ext cx="788537" cy="644961"/>
            </a:xfrm>
            <a:custGeom>
              <a:avLst/>
              <a:gdLst/>
              <a:ahLst/>
              <a:cxnLst/>
              <a:rect l="l" t="t" r="r" b="b"/>
              <a:pathLst>
                <a:path w="18168" h="14860" extrusionOk="0">
                  <a:moveTo>
                    <a:pt x="5864" y="1"/>
                  </a:moveTo>
                  <a:cubicBezTo>
                    <a:pt x="5197" y="1"/>
                    <a:pt x="4656" y="187"/>
                    <a:pt x="4294" y="355"/>
                  </a:cubicBezTo>
                  <a:cubicBezTo>
                    <a:pt x="4294" y="355"/>
                    <a:pt x="3540" y="689"/>
                    <a:pt x="2872" y="1653"/>
                  </a:cubicBezTo>
                  <a:cubicBezTo>
                    <a:pt x="2510" y="2226"/>
                    <a:pt x="2814" y="3495"/>
                    <a:pt x="3025" y="3858"/>
                  </a:cubicBezTo>
                  <a:cubicBezTo>
                    <a:pt x="3083" y="3981"/>
                    <a:pt x="3054" y="4163"/>
                    <a:pt x="2938" y="4221"/>
                  </a:cubicBezTo>
                  <a:cubicBezTo>
                    <a:pt x="2938" y="4257"/>
                    <a:pt x="1545" y="5279"/>
                    <a:pt x="1125" y="7005"/>
                  </a:cubicBezTo>
                  <a:cubicBezTo>
                    <a:pt x="849" y="8151"/>
                    <a:pt x="907" y="9087"/>
                    <a:pt x="1001" y="9660"/>
                  </a:cubicBezTo>
                  <a:cubicBezTo>
                    <a:pt x="1273" y="9729"/>
                    <a:pt x="1742" y="9816"/>
                    <a:pt x="2213" y="9816"/>
                  </a:cubicBezTo>
                  <a:cubicBezTo>
                    <a:pt x="2584" y="9816"/>
                    <a:pt x="2957" y="9762"/>
                    <a:pt x="3235" y="9602"/>
                  </a:cubicBezTo>
                  <a:cubicBezTo>
                    <a:pt x="3445" y="9478"/>
                    <a:pt x="3598" y="9333"/>
                    <a:pt x="3663" y="9087"/>
                  </a:cubicBezTo>
                  <a:cubicBezTo>
                    <a:pt x="3960" y="7970"/>
                    <a:pt x="2967" y="7187"/>
                    <a:pt x="2967" y="7187"/>
                  </a:cubicBezTo>
                  <a:cubicBezTo>
                    <a:pt x="2814" y="7063"/>
                    <a:pt x="2785" y="6882"/>
                    <a:pt x="2901" y="6730"/>
                  </a:cubicBezTo>
                  <a:cubicBezTo>
                    <a:pt x="2973" y="6642"/>
                    <a:pt x="3063" y="6595"/>
                    <a:pt x="3157" y="6595"/>
                  </a:cubicBezTo>
                  <a:cubicBezTo>
                    <a:pt x="3225" y="6595"/>
                    <a:pt x="3294" y="6620"/>
                    <a:pt x="3358" y="6672"/>
                  </a:cubicBezTo>
                  <a:cubicBezTo>
                    <a:pt x="3416" y="6701"/>
                    <a:pt x="4714" y="7702"/>
                    <a:pt x="4265" y="9268"/>
                  </a:cubicBezTo>
                  <a:cubicBezTo>
                    <a:pt x="4170" y="9660"/>
                    <a:pt x="3931" y="9964"/>
                    <a:pt x="3540" y="10175"/>
                  </a:cubicBezTo>
                  <a:cubicBezTo>
                    <a:pt x="3177" y="10385"/>
                    <a:pt x="2691" y="10479"/>
                    <a:pt x="2241" y="10479"/>
                  </a:cubicBezTo>
                  <a:cubicBezTo>
                    <a:pt x="1785" y="10479"/>
                    <a:pt x="1393" y="10421"/>
                    <a:pt x="1125" y="10356"/>
                  </a:cubicBezTo>
                  <a:cubicBezTo>
                    <a:pt x="1088" y="10421"/>
                    <a:pt x="1030" y="10479"/>
                    <a:pt x="972" y="10508"/>
                  </a:cubicBezTo>
                  <a:cubicBezTo>
                    <a:pt x="943" y="10537"/>
                    <a:pt x="218" y="10871"/>
                    <a:pt x="124" y="11654"/>
                  </a:cubicBezTo>
                  <a:cubicBezTo>
                    <a:pt x="0" y="12416"/>
                    <a:pt x="668" y="12894"/>
                    <a:pt x="668" y="12894"/>
                  </a:cubicBezTo>
                  <a:cubicBezTo>
                    <a:pt x="762" y="12959"/>
                    <a:pt x="820" y="13075"/>
                    <a:pt x="791" y="13170"/>
                  </a:cubicBezTo>
                  <a:cubicBezTo>
                    <a:pt x="791" y="13286"/>
                    <a:pt x="697" y="13380"/>
                    <a:pt x="610" y="13409"/>
                  </a:cubicBezTo>
                  <a:cubicBezTo>
                    <a:pt x="610" y="13409"/>
                    <a:pt x="247" y="13561"/>
                    <a:pt x="95" y="14105"/>
                  </a:cubicBezTo>
                  <a:cubicBezTo>
                    <a:pt x="0" y="14410"/>
                    <a:pt x="66" y="14678"/>
                    <a:pt x="153" y="14860"/>
                  </a:cubicBezTo>
                  <a:cubicBezTo>
                    <a:pt x="791" y="14316"/>
                    <a:pt x="2539" y="12988"/>
                    <a:pt x="4656" y="12865"/>
                  </a:cubicBezTo>
                  <a:cubicBezTo>
                    <a:pt x="4727" y="12863"/>
                    <a:pt x="4797" y="12861"/>
                    <a:pt x="4868" y="12861"/>
                  </a:cubicBezTo>
                  <a:cubicBezTo>
                    <a:pt x="6355" y="12861"/>
                    <a:pt x="7952" y="13422"/>
                    <a:pt x="8616" y="13685"/>
                  </a:cubicBezTo>
                  <a:cubicBezTo>
                    <a:pt x="9037" y="12684"/>
                    <a:pt x="9552" y="10994"/>
                    <a:pt x="9131" y="10117"/>
                  </a:cubicBezTo>
                  <a:cubicBezTo>
                    <a:pt x="9008" y="9841"/>
                    <a:pt x="8768" y="9660"/>
                    <a:pt x="8435" y="9573"/>
                  </a:cubicBezTo>
                  <a:cubicBezTo>
                    <a:pt x="8223" y="9526"/>
                    <a:pt x="8022" y="9503"/>
                    <a:pt x="7833" y="9503"/>
                  </a:cubicBezTo>
                  <a:cubicBezTo>
                    <a:pt x="7404" y="9503"/>
                    <a:pt x="7037" y="9625"/>
                    <a:pt x="6745" y="9877"/>
                  </a:cubicBezTo>
                  <a:cubicBezTo>
                    <a:pt x="6382" y="10146"/>
                    <a:pt x="6259" y="10479"/>
                    <a:pt x="6259" y="10508"/>
                  </a:cubicBezTo>
                  <a:cubicBezTo>
                    <a:pt x="6185" y="10628"/>
                    <a:pt x="6057" y="10708"/>
                    <a:pt x="5935" y="10708"/>
                  </a:cubicBezTo>
                  <a:cubicBezTo>
                    <a:pt x="5902" y="10708"/>
                    <a:pt x="5869" y="10702"/>
                    <a:pt x="5838" y="10690"/>
                  </a:cubicBezTo>
                  <a:cubicBezTo>
                    <a:pt x="5657" y="10603"/>
                    <a:pt x="5563" y="10421"/>
                    <a:pt x="5657" y="10269"/>
                  </a:cubicBezTo>
                  <a:cubicBezTo>
                    <a:pt x="5861" y="9724"/>
                    <a:pt x="6573" y="8852"/>
                    <a:pt x="7869" y="8852"/>
                  </a:cubicBezTo>
                  <a:cubicBezTo>
                    <a:pt x="8091" y="8852"/>
                    <a:pt x="8330" y="8877"/>
                    <a:pt x="8587" y="8935"/>
                  </a:cubicBezTo>
                  <a:cubicBezTo>
                    <a:pt x="9131" y="9058"/>
                    <a:pt x="9523" y="9362"/>
                    <a:pt x="9733" y="9841"/>
                  </a:cubicBezTo>
                  <a:cubicBezTo>
                    <a:pt x="10190" y="10813"/>
                    <a:pt x="9827" y="12292"/>
                    <a:pt x="9465" y="13322"/>
                  </a:cubicBezTo>
                  <a:cubicBezTo>
                    <a:pt x="9646" y="13228"/>
                    <a:pt x="9827" y="13170"/>
                    <a:pt x="10066" y="13141"/>
                  </a:cubicBezTo>
                  <a:cubicBezTo>
                    <a:pt x="10227" y="13104"/>
                    <a:pt x="10387" y="13090"/>
                    <a:pt x="10542" y="13090"/>
                  </a:cubicBezTo>
                  <a:cubicBezTo>
                    <a:pt x="10913" y="13090"/>
                    <a:pt x="11253" y="13175"/>
                    <a:pt x="11488" y="13257"/>
                  </a:cubicBezTo>
                  <a:cubicBezTo>
                    <a:pt x="11546" y="13017"/>
                    <a:pt x="11669" y="12713"/>
                    <a:pt x="11938" y="12474"/>
                  </a:cubicBezTo>
                  <a:cubicBezTo>
                    <a:pt x="12242" y="12198"/>
                    <a:pt x="12481" y="12082"/>
                    <a:pt x="12663" y="12017"/>
                  </a:cubicBezTo>
                  <a:cubicBezTo>
                    <a:pt x="12692" y="11596"/>
                    <a:pt x="12844" y="10748"/>
                    <a:pt x="13511" y="10356"/>
                  </a:cubicBezTo>
                  <a:cubicBezTo>
                    <a:pt x="13979" y="10100"/>
                    <a:pt x="14447" y="10016"/>
                    <a:pt x="14781" y="10016"/>
                  </a:cubicBezTo>
                  <a:cubicBezTo>
                    <a:pt x="14835" y="10016"/>
                    <a:pt x="14886" y="10018"/>
                    <a:pt x="14933" y="10022"/>
                  </a:cubicBezTo>
                  <a:cubicBezTo>
                    <a:pt x="14962" y="9515"/>
                    <a:pt x="15143" y="8514"/>
                    <a:pt x="15926" y="7912"/>
                  </a:cubicBezTo>
                  <a:cubicBezTo>
                    <a:pt x="16391" y="7543"/>
                    <a:pt x="16881" y="7437"/>
                    <a:pt x="17297" y="7437"/>
                  </a:cubicBezTo>
                  <a:cubicBezTo>
                    <a:pt x="17667" y="7437"/>
                    <a:pt x="17980" y="7520"/>
                    <a:pt x="18167" y="7578"/>
                  </a:cubicBezTo>
                  <a:cubicBezTo>
                    <a:pt x="18102" y="7245"/>
                    <a:pt x="17921" y="6730"/>
                    <a:pt x="17529" y="6215"/>
                  </a:cubicBezTo>
                  <a:cubicBezTo>
                    <a:pt x="16862" y="5403"/>
                    <a:pt x="15411" y="5374"/>
                    <a:pt x="15411" y="5374"/>
                  </a:cubicBezTo>
                  <a:lnTo>
                    <a:pt x="15411" y="5345"/>
                  </a:lnTo>
                  <a:cubicBezTo>
                    <a:pt x="14751" y="5345"/>
                    <a:pt x="14178" y="5490"/>
                    <a:pt x="13845" y="5794"/>
                  </a:cubicBezTo>
                  <a:cubicBezTo>
                    <a:pt x="13693" y="5976"/>
                    <a:pt x="13598" y="6186"/>
                    <a:pt x="13635" y="6433"/>
                  </a:cubicBezTo>
                  <a:cubicBezTo>
                    <a:pt x="13722" y="7121"/>
                    <a:pt x="13932" y="7274"/>
                    <a:pt x="13961" y="7274"/>
                  </a:cubicBezTo>
                  <a:cubicBezTo>
                    <a:pt x="14142" y="7303"/>
                    <a:pt x="14265" y="7426"/>
                    <a:pt x="14265" y="7607"/>
                  </a:cubicBezTo>
                  <a:cubicBezTo>
                    <a:pt x="14265" y="7789"/>
                    <a:pt x="14113" y="7941"/>
                    <a:pt x="13932" y="7941"/>
                  </a:cubicBezTo>
                  <a:cubicBezTo>
                    <a:pt x="13816" y="7941"/>
                    <a:pt x="13091" y="7941"/>
                    <a:pt x="12909" y="6614"/>
                  </a:cubicBezTo>
                  <a:cubicBezTo>
                    <a:pt x="12844" y="6157"/>
                    <a:pt x="13091" y="5642"/>
                    <a:pt x="13388" y="5345"/>
                  </a:cubicBezTo>
                  <a:cubicBezTo>
                    <a:pt x="13816" y="4946"/>
                    <a:pt x="14476" y="4736"/>
                    <a:pt x="15230" y="4707"/>
                  </a:cubicBezTo>
                  <a:cubicBezTo>
                    <a:pt x="15020" y="4105"/>
                    <a:pt x="14447" y="3169"/>
                    <a:pt x="13149" y="2350"/>
                  </a:cubicBezTo>
                  <a:cubicBezTo>
                    <a:pt x="12142" y="1714"/>
                    <a:pt x="11213" y="1544"/>
                    <a:pt x="10492" y="1544"/>
                  </a:cubicBezTo>
                  <a:cubicBezTo>
                    <a:pt x="10085" y="1544"/>
                    <a:pt x="9745" y="1598"/>
                    <a:pt x="9494" y="1653"/>
                  </a:cubicBezTo>
                  <a:cubicBezTo>
                    <a:pt x="9523" y="2016"/>
                    <a:pt x="9494" y="2379"/>
                    <a:pt x="9428" y="2741"/>
                  </a:cubicBezTo>
                  <a:cubicBezTo>
                    <a:pt x="9160" y="4010"/>
                    <a:pt x="8130" y="4801"/>
                    <a:pt x="7108" y="5040"/>
                  </a:cubicBezTo>
                  <a:cubicBezTo>
                    <a:pt x="7042" y="5403"/>
                    <a:pt x="6955" y="6186"/>
                    <a:pt x="7289" y="6701"/>
                  </a:cubicBezTo>
                  <a:cubicBezTo>
                    <a:pt x="7434" y="6976"/>
                    <a:pt x="7710" y="7121"/>
                    <a:pt x="8043" y="7187"/>
                  </a:cubicBezTo>
                  <a:cubicBezTo>
                    <a:pt x="8215" y="7218"/>
                    <a:pt x="8378" y="7235"/>
                    <a:pt x="8534" y="7235"/>
                  </a:cubicBezTo>
                  <a:cubicBezTo>
                    <a:pt x="8950" y="7235"/>
                    <a:pt x="9313" y="7117"/>
                    <a:pt x="9646" y="6853"/>
                  </a:cubicBezTo>
                  <a:cubicBezTo>
                    <a:pt x="9943" y="6614"/>
                    <a:pt x="10066" y="6338"/>
                    <a:pt x="10066" y="6338"/>
                  </a:cubicBezTo>
                  <a:cubicBezTo>
                    <a:pt x="10132" y="6202"/>
                    <a:pt x="10251" y="6135"/>
                    <a:pt x="10383" y="6135"/>
                  </a:cubicBezTo>
                  <a:cubicBezTo>
                    <a:pt x="10426" y="6135"/>
                    <a:pt x="10471" y="6143"/>
                    <a:pt x="10516" y="6157"/>
                  </a:cubicBezTo>
                  <a:cubicBezTo>
                    <a:pt x="10668" y="6251"/>
                    <a:pt x="10734" y="6433"/>
                    <a:pt x="10668" y="6614"/>
                  </a:cubicBezTo>
                  <a:cubicBezTo>
                    <a:pt x="10458" y="7092"/>
                    <a:pt x="9733" y="7883"/>
                    <a:pt x="8522" y="7883"/>
                  </a:cubicBezTo>
                  <a:cubicBezTo>
                    <a:pt x="8311" y="7883"/>
                    <a:pt x="8130" y="7883"/>
                    <a:pt x="7891" y="7818"/>
                  </a:cubicBezTo>
                  <a:cubicBezTo>
                    <a:pt x="7376" y="7731"/>
                    <a:pt x="6984" y="7455"/>
                    <a:pt x="6745" y="7034"/>
                  </a:cubicBezTo>
                  <a:cubicBezTo>
                    <a:pt x="6346" y="6433"/>
                    <a:pt x="6382" y="5584"/>
                    <a:pt x="6440" y="5098"/>
                  </a:cubicBezTo>
                  <a:cubicBezTo>
                    <a:pt x="5440" y="5069"/>
                    <a:pt x="5019" y="4467"/>
                    <a:pt x="4990" y="4438"/>
                  </a:cubicBezTo>
                  <a:cubicBezTo>
                    <a:pt x="4896" y="4286"/>
                    <a:pt x="4932" y="4076"/>
                    <a:pt x="5077" y="3981"/>
                  </a:cubicBezTo>
                  <a:cubicBezTo>
                    <a:pt x="5132" y="3937"/>
                    <a:pt x="5191" y="3917"/>
                    <a:pt x="5250" y="3917"/>
                  </a:cubicBezTo>
                  <a:cubicBezTo>
                    <a:pt x="5353" y="3917"/>
                    <a:pt x="5455" y="3978"/>
                    <a:pt x="5534" y="4076"/>
                  </a:cubicBezTo>
                  <a:cubicBezTo>
                    <a:pt x="5534" y="4076"/>
                    <a:pt x="5838" y="4438"/>
                    <a:pt x="6527" y="4438"/>
                  </a:cubicBezTo>
                  <a:cubicBezTo>
                    <a:pt x="7434" y="4438"/>
                    <a:pt x="8522" y="3800"/>
                    <a:pt x="8797" y="2589"/>
                  </a:cubicBezTo>
                  <a:cubicBezTo>
                    <a:pt x="8855" y="2197"/>
                    <a:pt x="8855" y="1806"/>
                    <a:pt x="8826" y="1472"/>
                  </a:cubicBezTo>
                  <a:cubicBezTo>
                    <a:pt x="8493" y="1051"/>
                    <a:pt x="7833" y="384"/>
                    <a:pt x="6774" y="116"/>
                  </a:cubicBezTo>
                  <a:cubicBezTo>
                    <a:pt x="6451" y="34"/>
                    <a:pt x="6146" y="1"/>
                    <a:pt x="5864" y="1"/>
                  </a:cubicBezTo>
                  <a:close/>
                </a:path>
              </a:pathLst>
            </a:custGeom>
            <a:solidFill>
              <a:srgbClr val="F19F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55"/>
            <p:cNvSpPr/>
            <p:nvPr/>
          </p:nvSpPr>
          <p:spPr>
            <a:xfrm>
              <a:off x="4126566" y="2815340"/>
              <a:ext cx="933978" cy="585456"/>
            </a:xfrm>
            <a:custGeom>
              <a:avLst/>
              <a:gdLst/>
              <a:ahLst/>
              <a:cxnLst/>
              <a:rect l="l" t="t" r="r" b="b"/>
              <a:pathLst>
                <a:path w="21519" h="13489" extrusionOk="0">
                  <a:moveTo>
                    <a:pt x="12360" y="0"/>
                  </a:moveTo>
                  <a:cubicBezTo>
                    <a:pt x="12279" y="0"/>
                    <a:pt x="12199" y="2"/>
                    <a:pt x="12119" y="6"/>
                  </a:cubicBezTo>
                  <a:cubicBezTo>
                    <a:pt x="9762" y="100"/>
                    <a:pt x="7862" y="1913"/>
                    <a:pt x="7739" y="2037"/>
                  </a:cubicBezTo>
                  <a:lnTo>
                    <a:pt x="7289" y="2544"/>
                  </a:lnTo>
                  <a:lnTo>
                    <a:pt x="7289" y="2610"/>
                  </a:lnTo>
                  <a:cubicBezTo>
                    <a:pt x="7289" y="2697"/>
                    <a:pt x="7318" y="4843"/>
                    <a:pt x="8950" y="4996"/>
                  </a:cubicBezTo>
                  <a:cubicBezTo>
                    <a:pt x="8997" y="5000"/>
                    <a:pt x="9043" y="5002"/>
                    <a:pt x="9087" y="5002"/>
                  </a:cubicBezTo>
                  <a:cubicBezTo>
                    <a:pt x="9944" y="5002"/>
                    <a:pt x="10221" y="4237"/>
                    <a:pt x="10248" y="4147"/>
                  </a:cubicBezTo>
                  <a:cubicBezTo>
                    <a:pt x="10295" y="3979"/>
                    <a:pt x="10437" y="3890"/>
                    <a:pt x="10585" y="3890"/>
                  </a:cubicBezTo>
                  <a:cubicBezTo>
                    <a:pt x="10623" y="3890"/>
                    <a:pt x="10661" y="3896"/>
                    <a:pt x="10698" y="3908"/>
                  </a:cubicBezTo>
                  <a:cubicBezTo>
                    <a:pt x="10916" y="3966"/>
                    <a:pt x="11003" y="4176"/>
                    <a:pt x="10945" y="4357"/>
                  </a:cubicBezTo>
                  <a:cubicBezTo>
                    <a:pt x="10792" y="4843"/>
                    <a:pt x="10219" y="5750"/>
                    <a:pt x="9102" y="5750"/>
                  </a:cubicBezTo>
                  <a:lnTo>
                    <a:pt x="8885" y="5750"/>
                  </a:lnTo>
                  <a:cubicBezTo>
                    <a:pt x="7166" y="5569"/>
                    <a:pt x="6622" y="3908"/>
                    <a:pt x="6528" y="2849"/>
                  </a:cubicBezTo>
                  <a:cubicBezTo>
                    <a:pt x="6390" y="2829"/>
                    <a:pt x="6192" y="2804"/>
                    <a:pt x="5967" y="2804"/>
                  </a:cubicBezTo>
                  <a:cubicBezTo>
                    <a:pt x="5553" y="2804"/>
                    <a:pt x="5047" y="2888"/>
                    <a:pt x="4657" y="3241"/>
                  </a:cubicBezTo>
                  <a:cubicBezTo>
                    <a:pt x="3845" y="3937"/>
                    <a:pt x="3779" y="4785"/>
                    <a:pt x="3779" y="4814"/>
                  </a:cubicBezTo>
                  <a:cubicBezTo>
                    <a:pt x="3754" y="4974"/>
                    <a:pt x="3655" y="5089"/>
                    <a:pt x="3532" y="5089"/>
                  </a:cubicBezTo>
                  <a:cubicBezTo>
                    <a:pt x="3516" y="5089"/>
                    <a:pt x="3499" y="5087"/>
                    <a:pt x="3482" y="5083"/>
                  </a:cubicBezTo>
                  <a:cubicBezTo>
                    <a:pt x="3477" y="5083"/>
                    <a:pt x="3445" y="5081"/>
                    <a:pt x="3390" y="5081"/>
                  </a:cubicBezTo>
                  <a:cubicBezTo>
                    <a:pt x="3030" y="5081"/>
                    <a:pt x="1707" y="5147"/>
                    <a:pt x="1002" y="6141"/>
                  </a:cubicBezTo>
                  <a:cubicBezTo>
                    <a:pt x="182" y="7258"/>
                    <a:pt x="487" y="8288"/>
                    <a:pt x="487" y="8317"/>
                  </a:cubicBezTo>
                  <a:cubicBezTo>
                    <a:pt x="516" y="8382"/>
                    <a:pt x="516" y="8469"/>
                    <a:pt x="458" y="8527"/>
                  </a:cubicBezTo>
                  <a:lnTo>
                    <a:pt x="1" y="9347"/>
                  </a:lnTo>
                  <a:cubicBezTo>
                    <a:pt x="37" y="9768"/>
                    <a:pt x="182" y="10282"/>
                    <a:pt x="639" y="10855"/>
                  </a:cubicBezTo>
                  <a:cubicBezTo>
                    <a:pt x="1335" y="11675"/>
                    <a:pt x="2213" y="11914"/>
                    <a:pt x="2757" y="11972"/>
                  </a:cubicBezTo>
                  <a:cubicBezTo>
                    <a:pt x="2757" y="11552"/>
                    <a:pt x="2815" y="10921"/>
                    <a:pt x="2938" y="10224"/>
                  </a:cubicBezTo>
                  <a:cubicBezTo>
                    <a:pt x="3177" y="8622"/>
                    <a:pt x="3692" y="7476"/>
                    <a:pt x="4389" y="6867"/>
                  </a:cubicBezTo>
                  <a:cubicBezTo>
                    <a:pt x="4777" y="6503"/>
                    <a:pt x="5258" y="6340"/>
                    <a:pt x="5794" y="6340"/>
                  </a:cubicBezTo>
                  <a:cubicBezTo>
                    <a:pt x="5878" y="6340"/>
                    <a:pt x="5963" y="6344"/>
                    <a:pt x="6049" y="6352"/>
                  </a:cubicBezTo>
                  <a:cubicBezTo>
                    <a:pt x="6746" y="6446"/>
                    <a:pt x="7289" y="6751"/>
                    <a:pt x="7652" y="7258"/>
                  </a:cubicBezTo>
                  <a:cubicBezTo>
                    <a:pt x="8435" y="8346"/>
                    <a:pt x="8131" y="9978"/>
                    <a:pt x="8102" y="10043"/>
                  </a:cubicBezTo>
                  <a:cubicBezTo>
                    <a:pt x="8076" y="10229"/>
                    <a:pt x="7909" y="10347"/>
                    <a:pt x="7745" y="10347"/>
                  </a:cubicBezTo>
                  <a:cubicBezTo>
                    <a:pt x="7724" y="10347"/>
                    <a:pt x="7702" y="10345"/>
                    <a:pt x="7681" y="10340"/>
                  </a:cubicBezTo>
                  <a:cubicBezTo>
                    <a:pt x="7471" y="10311"/>
                    <a:pt x="7347" y="10101"/>
                    <a:pt x="7376" y="9920"/>
                  </a:cubicBezTo>
                  <a:cubicBezTo>
                    <a:pt x="7376" y="9891"/>
                    <a:pt x="7652" y="8527"/>
                    <a:pt x="7043" y="7686"/>
                  </a:cubicBezTo>
                  <a:cubicBezTo>
                    <a:pt x="6804" y="7353"/>
                    <a:pt x="6441" y="7171"/>
                    <a:pt x="5955" y="7113"/>
                  </a:cubicBezTo>
                  <a:cubicBezTo>
                    <a:pt x="5871" y="7100"/>
                    <a:pt x="5790" y="7094"/>
                    <a:pt x="5711" y="7094"/>
                  </a:cubicBezTo>
                  <a:cubicBezTo>
                    <a:pt x="5392" y="7094"/>
                    <a:pt x="5111" y="7201"/>
                    <a:pt x="4867" y="7440"/>
                  </a:cubicBezTo>
                  <a:cubicBezTo>
                    <a:pt x="4323" y="7925"/>
                    <a:pt x="3903" y="8926"/>
                    <a:pt x="3663" y="10340"/>
                  </a:cubicBezTo>
                  <a:cubicBezTo>
                    <a:pt x="3482" y="11465"/>
                    <a:pt x="3482" y="12429"/>
                    <a:pt x="3482" y="12429"/>
                  </a:cubicBezTo>
                  <a:cubicBezTo>
                    <a:pt x="3773" y="12869"/>
                    <a:pt x="4535" y="13489"/>
                    <a:pt x="6570" y="13489"/>
                  </a:cubicBezTo>
                  <a:cubicBezTo>
                    <a:pt x="6616" y="13489"/>
                    <a:pt x="6662" y="13489"/>
                    <a:pt x="6709" y="13488"/>
                  </a:cubicBezTo>
                  <a:cubicBezTo>
                    <a:pt x="9284" y="13423"/>
                    <a:pt x="11938" y="11399"/>
                    <a:pt x="13026" y="10493"/>
                  </a:cubicBezTo>
                  <a:lnTo>
                    <a:pt x="13055" y="10464"/>
                  </a:lnTo>
                  <a:cubicBezTo>
                    <a:pt x="12634" y="9405"/>
                    <a:pt x="11423" y="5960"/>
                    <a:pt x="13149" y="5206"/>
                  </a:cubicBezTo>
                  <a:cubicBezTo>
                    <a:pt x="13505" y="5035"/>
                    <a:pt x="13829" y="4952"/>
                    <a:pt x="14121" y="4952"/>
                  </a:cubicBezTo>
                  <a:cubicBezTo>
                    <a:pt x="14399" y="4952"/>
                    <a:pt x="14648" y="5028"/>
                    <a:pt x="14868" y="5177"/>
                  </a:cubicBezTo>
                  <a:cubicBezTo>
                    <a:pt x="15658" y="5692"/>
                    <a:pt x="15658" y="6838"/>
                    <a:pt x="15658" y="6961"/>
                  </a:cubicBezTo>
                  <a:cubicBezTo>
                    <a:pt x="15658" y="7171"/>
                    <a:pt x="15506" y="7324"/>
                    <a:pt x="15296" y="7324"/>
                  </a:cubicBezTo>
                  <a:cubicBezTo>
                    <a:pt x="15086" y="7324"/>
                    <a:pt x="14933" y="7171"/>
                    <a:pt x="14933" y="6961"/>
                  </a:cubicBezTo>
                  <a:cubicBezTo>
                    <a:pt x="14933" y="6714"/>
                    <a:pt x="14839" y="6054"/>
                    <a:pt x="14447" y="5808"/>
                  </a:cubicBezTo>
                  <a:cubicBezTo>
                    <a:pt x="14357" y="5746"/>
                    <a:pt x="14239" y="5716"/>
                    <a:pt x="14101" y="5716"/>
                  </a:cubicBezTo>
                  <a:cubicBezTo>
                    <a:pt x="13916" y="5716"/>
                    <a:pt x="13694" y="5769"/>
                    <a:pt x="13454" y="5873"/>
                  </a:cubicBezTo>
                  <a:cubicBezTo>
                    <a:pt x="12605" y="6236"/>
                    <a:pt x="13055" y="8317"/>
                    <a:pt x="13570" y="9768"/>
                  </a:cubicBezTo>
                  <a:cubicBezTo>
                    <a:pt x="13874" y="9709"/>
                    <a:pt x="15173" y="9434"/>
                    <a:pt x="16021" y="8832"/>
                  </a:cubicBezTo>
                  <a:cubicBezTo>
                    <a:pt x="16899" y="8201"/>
                    <a:pt x="16833" y="7686"/>
                    <a:pt x="16833" y="7686"/>
                  </a:cubicBezTo>
                  <a:cubicBezTo>
                    <a:pt x="16804" y="7534"/>
                    <a:pt x="16899" y="7411"/>
                    <a:pt x="17015" y="7353"/>
                  </a:cubicBezTo>
                  <a:cubicBezTo>
                    <a:pt x="17043" y="7346"/>
                    <a:pt x="17074" y="7342"/>
                    <a:pt x="17104" y="7342"/>
                  </a:cubicBezTo>
                  <a:cubicBezTo>
                    <a:pt x="17204" y="7342"/>
                    <a:pt x="17304" y="7381"/>
                    <a:pt x="17348" y="7476"/>
                  </a:cubicBezTo>
                  <a:cubicBezTo>
                    <a:pt x="17348" y="7476"/>
                    <a:pt x="17624" y="7744"/>
                    <a:pt x="18465" y="7773"/>
                  </a:cubicBezTo>
                  <a:cubicBezTo>
                    <a:pt x="18478" y="7774"/>
                    <a:pt x="18490" y="7774"/>
                    <a:pt x="18502" y="7774"/>
                  </a:cubicBezTo>
                  <a:cubicBezTo>
                    <a:pt x="19297" y="7774"/>
                    <a:pt x="19705" y="6867"/>
                    <a:pt x="19705" y="6867"/>
                  </a:cubicBezTo>
                  <a:cubicBezTo>
                    <a:pt x="19705" y="6838"/>
                    <a:pt x="19705" y="6838"/>
                    <a:pt x="19734" y="6809"/>
                  </a:cubicBezTo>
                  <a:lnTo>
                    <a:pt x="19763" y="6780"/>
                  </a:lnTo>
                  <a:lnTo>
                    <a:pt x="19799" y="6751"/>
                  </a:lnTo>
                  <a:lnTo>
                    <a:pt x="19828" y="6751"/>
                  </a:lnTo>
                  <a:cubicBezTo>
                    <a:pt x="19828" y="6714"/>
                    <a:pt x="19857" y="6714"/>
                    <a:pt x="19857" y="6714"/>
                  </a:cubicBezTo>
                  <a:cubicBezTo>
                    <a:pt x="19886" y="6714"/>
                    <a:pt x="19886" y="6685"/>
                    <a:pt x="19915" y="6685"/>
                  </a:cubicBezTo>
                  <a:lnTo>
                    <a:pt x="19981" y="6685"/>
                  </a:lnTo>
                  <a:cubicBezTo>
                    <a:pt x="19944" y="6685"/>
                    <a:pt x="20488" y="6627"/>
                    <a:pt x="21003" y="5540"/>
                  </a:cubicBezTo>
                  <a:cubicBezTo>
                    <a:pt x="21518" y="4452"/>
                    <a:pt x="20670" y="3545"/>
                    <a:pt x="20641" y="3516"/>
                  </a:cubicBezTo>
                  <a:cubicBezTo>
                    <a:pt x="20583" y="3451"/>
                    <a:pt x="20554" y="3364"/>
                    <a:pt x="20554" y="3306"/>
                  </a:cubicBezTo>
                  <a:cubicBezTo>
                    <a:pt x="20583" y="3212"/>
                    <a:pt x="20612" y="3154"/>
                    <a:pt x="20670" y="3088"/>
                  </a:cubicBezTo>
                  <a:cubicBezTo>
                    <a:pt x="20670" y="3059"/>
                    <a:pt x="21185" y="2639"/>
                    <a:pt x="20916" y="1942"/>
                  </a:cubicBezTo>
                  <a:cubicBezTo>
                    <a:pt x="20810" y="1628"/>
                    <a:pt x="20483" y="1548"/>
                    <a:pt x="20172" y="1548"/>
                  </a:cubicBezTo>
                  <a:cubicBezTo>
                    <a:pt x="20039" y="1548"/>
                    <a:pt x="19908" y="1562"/>
                    <a:pt x="19799" y="1580"/>
                  </a:cubicBezTo>
                  <a:cubicBezTo>
                    <a:pt x="19705" y="1942"/>
                    <a:pt x="19190" y="3422"/>
                    <a:pt x="18226" y="3850"/>
                  </a:cubicBezTo>
                  <a:cubicBezTo>
                    <a:pt x="18044" y="3937"/>
                    <a:pt x="17863" y="3966"/>
                    <a:pt x="17653" y="3966"/>
                  </a:cubicBezTo>
                  <a:lnTo>
                    <a:pt x="17624" y="3966"/>
                  </a:lnTo>
                  <a:cubicBezTo>
                    <a:pt x="17471" y="4270"/>
                    <a:pt x="17290" y="4785"/>
                    <a:pt x="17377" y="5119"/>
                  </a:cubicBezTo>
                  <a:cubicBezTo>
                    <a:pt x="17406" y="5235"/>
                    <a:pt x="17471" y="5329"/>
                    <a:pt x="17588" y="5387"/>
                  </a:cubicBezTo>
                  <a:cubicBezTo>
                    <a:pt x="17754" y="5471"/>
                    <a:pt x="17912" y="5517"/>
                    <a:pt x="18065" y="5517"/>
                  </a:cubicBezTo>
                  <a:cubicBezTo>
                    <a:pt x="18192" y="5517"/>
                    <a:pt x="18315" y="5485"/>
                    <a:pt x="18436" y="5416"/>
                  </a:cubicBezTo>
                  <a:cubicBezTo>
                    <a:pt x="18617" y="5329"/>
                    <a:pt x="18741" y="5177"/>
                    <a:pt x="18741" y="5148"/>
                  </a:cubicBezTo>
                  <a:cubicBezTo>
                    <a:pt x="18809" y="5058"/>
                    <a:pt x="18922" y="5012"/>
                    <a:pt x="19035" y="5012"/>
                  </a:cubicBezTo>
                  <a:cubicBezTo>
                    <a:pt x="19114" y="5012"/>
                    <a:pt x="19193" y="5035"/>
                    <a:pt x="19256" y="5083"/>
                  </a:cubicBezTo>
                  <a:cubicBezTo>
                    <a:pt x="19437" y="5177"/>
                    <a:pt x="19466" y="5416"/>
                    <a:pt x="19343" y="5598"/>
                  </a:cubicBezTo>
                  <a:cubicBezTo>
                    <a:pt x="19161" y="5873"/>
                    <a:pt x="18675" y="6265"/>
                    <a:pt x="18073" y="6265"/>
                  </a:cubicBezTo>
                  <a:cubicBezTo>
                    <a:pt x="17805" y="6265"/>
                    <a:pt x="17529" y="6207"/>
                    <a:pt x="17225" y="6025"/>
                  </a:cubicBezTo>
                  <a:cubicBezTo>
                    <a:pt x="16957" y="5873"/>
                    <a:pt x="16746" y="5627"/>
                    <a:pt x="16652" y="5329"/>
                  </a:cubicBezTo>
                  <a:cubicBezTo>
                    <a:pt x="16500" y="4785"/>
                    <a:pt x="16746" y="4147"/>
                    <a:pt x="16899" y="3755"/>
                  </a:cubicBezTo>
                  <a:cubicBezTo>
                    <a:pt x="16536" y="3545"/>
                    <a:pt x="16260" y="3270"/>
                    <a:pt x="16173" y="2943"/>
                  </a:cubicBezTo>
                  <a:cubicBezTo>
                    <a:pt x="15992" y="2457"/>
                    <a:pt x="16173" y="2066"/>
                    <a:pt x="16202" y="2000"/>
                  </a:cubicBezTo>
                  <a:cubicBezTo>
                    <a:pt x="16262" y="1877"/>
                    <a:pt x="16395" y="1811"/>
                    <a:pt x="16531" y="1811"/>
                  </a:cubicBezTo>
                  <a:cubicBezTo>
                    <a:pt x="16595" y="1811"/>
                    <a:pt x="16659" y="1825"/>
                    <a:pt x="16717" y="1855"/>
                  </a:cubicBezTo>
                  <a:cubicBezTo>
                    <a:pt x="16899" y="1942"/>
                    <a:pt x="16957" y="2153"/>
                    <a:pt x="16862" y="2334"/>
                  </a:cubicBezTo>
                  <a:cubicBezTo>
                    <a:pt x="16833" y="2457"/>
                    <a:pt x="16717" y="2849"/>
                    <a:pt x="17348" y="3154"/>
                  </a:cubicBezTo>
                  <a:cubicBezTo>
                    <a:pt x="17453" y="3197"/>
                    <a:pt x="17551" y="3219"/>
                    <a:pt x="17646" y="3219"/>
                  </a:cubicBezTo>
                  <a:cubicBezTo>
                    <a:pt x="17740" y="3219"/>
                    <a:pt x="17830" y="3197"/>
                    <a:pt x="17921" y="3154"/>
                  </a:cubicBezTo>
                  <a:cubicBezTo>
                    <a:pt x="18530" y="2878"/>
                    <a:pt x="19009" y="1703"/>
                    <a:pt x="19103" y="1311"/>
                  </a:cubicBezTo>
                  <a:cubicBezTo>
                    <a:pt x="19132" y="1246"/>
                    <a:pt x="19132" y="1217"/>
                    <a:pt x="19161" y="1188"/>
                  </a:cubicBezTo>
                  <a:lnTo>
                    <a:pt x="18951" y="405"/>
                  </a:lnTo>
                  <a:cubicBezTo>
                    <a:pt x="18759" y="329"/>
                    <a:pt x="18346" y="197"/>
                    <a:pt x="17909" y="197"/>
                  </a:cubicBezTo>
                  <a:cubicBezTo>
                    <a:pt x="17803" y="197"/>
                    <a:pt x="17694" y="205"/>
                    <a:pt x="17588" y="224"/>
                  </a:cubicBezTo>
                  <a:cubicBezTo>
                    <a:pt x="16899" y="369"/>
                    <a:pt x="16442" y="797"/>
                    <a:pt x="16442" y="797"/>
                  </a:cubicBezTo>
                  <a:cubicBezTo>
                    <a:pt x="16385" y="853"/>
                    <a:pt x="16314" y="885"/>
                    <a:pt x="16237" y="885"/>
                  </a:cubicBezTo>
                  <a:cubicBezTo>
                    <a:pt x="16195" y="885"/>
                    <a:pt x="16152" y="875"/>
                    <a:pt x="16108" y="855"/>
                  </a:cubicBezTo>
                  <a:cubicBezTo>
                    <a:pt x="16108" y="855"/>
                    <a:pt x="14095" y="0"/>
                    <a:pt x="12360" y="0"/>
                  </a:cubicBezTo>
                  <a:close/>
                </a:path>
              </a:pathLst>
            </a:custGeom>
            <a:solidFill>
              <a:srgbClr val="322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1" name="Google Shape;751;p55"/>
            <p:cNvSpPr/>
            <p:nvPr/>
          </p:nvSpPr>
          <p:spPr>
            <a:xfrm>
              <a:off x="4971384" y="2579018"/>
              <a:ext cx="424997" cy="538755"/>
            </a:xfrm>
            <a:custGeom>
              <a:avLst/>
              <a:gdLst/>
              <a:ahLst/>
              <a:cxnLst/>
              <a:rect l="l" t="t" r="r" b="b"/>
              <a:pathLst>
                <a:path w="9792" h="12413" extrusionOk="0">
                  <a:moveTo>
                    <a:pt x="5284" y="0"/>
                  </a:moveTo>
                  <a:cubicBezTo>
                    <a:pt x="4971" y="0"/>
                    <a:pt x="4604" y="79"/>
                    <a:pt x="4258" y="346"/>
                  </a:cubicBezTo>
                  <a:cubicBezTo>
                    <a:pt x="3417" y="1013"/>
                    <a:pt x="3475" y="2311"/>
                    <a:pt x="3475" y="2311"/>
                  </a:cubicBezTo>
                  <a:cubicBezTo>
                    <a:pt x="3475" y="2405"/>
                    <a:pt x="3446" y="2492"/>
                    <a:pt x="3351" y="2550"/>
                  </a:cubicBezTo>
                  <a:cubicBezTo>
                    <a:pt x="3309" y="2598"/>
                    <a:pt x="3246" y="2627"/>
                    <a:pt x="3181" y="2627"/>
                  </a:cubicBezTo>
                  <a:cubicBezTo>
                    <a:pt x="3158" y="2627"/>
                    <a:pt x="3135" y="2623"/>
                    <a:pt x="3112" y="2616"/>
                  </a:cubicBezTo>
                  <a:cubicBezTo>
                    <a:pt x="3112" y="2616"/>
                    <a:pt x="2984" y="2586"/>
                    <a:pt x="2785" y="2586"/>
                  </a:cubicBezTo>
                  <a:cubicBezTo>
                    <a:pt x="2530" y="2586"/>
                    <a:pt x="2156" y="2635"/>
                    <a:pt x="1785" y="2855"/>
                  </a:cubicBezTo>
                  <a:cubicBezTo>
                    <a:pt x="1176" y="3188"/>
                    <a:pt x="1205" y="4218"/>
                    <a:pt x="1205" y="4247"/>
                  </a:cubicBezTo>
                  <a:cubicBezTo>
                    <a:pt x="1241" y="4334"/>
                    <a:pt x="1205" y="4429"/>
                    <a:pt x="1147" y="4487"/>
                  </a:cubicBezTo>
                  <a:cubicBezTo>
                    <a:pt x="1084" y="4529"/>
                    <a:pt x="1032" y="4559"/>
                    <a:pt x="976" y="4559"/>
                  </a:cubicBezTo>
                  <a:cubicBezTo>
                    <a:pt x="954" y="4559"/>
                    <a:pt x="931" y="4555"/>
                    <a:pt x="907" y="4545"/>
                  </a:cubicBezTo>
                  <a:cubicBezTo>
                    <a:pt x="878" y="4545"/>
                    <a:pt x="632" y="4581"/>
                    <a:pt x="298" y="4878"/>
                  </a:cubicBezTo>
                  <a:cubicBezTo>
                    <a:pt x="1" y="5154"/>
                    <a:pt x="1" y="5516"/>
                    <a:pt x="1" y="5603"/>
                  </a:cubicBezTo>
                  <a:lnTo>
                    <a:pt x="240" y="6452"/>
                  </a:lnTo>
                  <a:cubicBezTo>
                    <a:pt x="378" y="6424"/>
                    <a:pt x="530" y="6407"/>
                    <a:pt x="684" y="6407"/>
                  </a:cubicBezTo>
                  <a:cubicBezTo>
                    <a:pt x="1203" y="6407"/>
                    <a:pt x="1761" y="6596"/>
                    <a:pt x="1995" y="7177"/>
                  </a:cubicBezTo>
                  <a:cubicBezTo>
                    <a:pt x="2263" y="7873"/>
                    <a:pt x="2024" y="8446"/>
                    <a:pt x="1785" y="8780"/>
                  </a:cubicBezTo>
                  <a:cubicBezTo>
                    <a:pt x="2082" y="9171"/>
                    <a:pt x="2597" y="10107"/>
                    <a:pt x="2053" y="11224"/>
                  </a:cubicBezTo>
                  <a:cubicBezTo>
                    <a:pt x="1814" y="11833"/>
                    <a:pt x="1509" y="12159"/>
                    <a:pt x="1241" y="12377"/>
                  </a:cubicBezTo>
                  <a:cubicBezTo>
                    <a:pt x="1379" y="12399"/>
                    <a:pt x="1539" y="12413"/>
                    <a:pt x="1726" y="12413"/>
                  </a:cubicBezTo>
                  <a:cubicBezTo>
                    <a:pt x="2028" y="12413"/>
                    <a:pt x="2402" y="12377"/>
                    <a:pt x="2873" y="12283"/>
                  </a:cubicBezTo>
                  <a:cubicBezTo>
                    <a:pt x="4533" y="11978"/>
                    <a:pt x="4686" y="10861"/>
                    <a:pt x="4686" y="10861"/>
                  </a:cubicBezTo>
                  <a:cubicBezTo>
                    <a:pt x="4686" y="10803"/>
                    <a:pt x="4686" y="10774"/>
                    <a:pt x="4715" y="10745"/>
                  </a:cubicBezTo>
                  <a:cubicBezTo>
                    <a:pt x="4715" y="10346"/>
                    <a:pt x="4802" y="9686"/>
                    <a:pt x="5230" y="9229"/>
                  </a:cubicBezTo>
                  <a:cubicBezTo>
                    <a:pt x="5498" y="8932"/>
                    <a:pt x="5832" y="8809"/>
                    <a:pt x="6252" y="8809"/>
                  </a:cubicBezTo>
                  <a:cubicBezTo>
                    <a:pt x="6680" y="8809"/>
                    <a:pt x="6977" y="8932"/>
                    <a:pt x="7224" y="9171"/>
                  </a:cubicBezTo>
                  <a:cubicBezTo>
                    <a:pt x="7616" y="9621"/>
                    <a:pt x="7550" y="10288"/>
                    <a:pt x="7550" y="10317"/>
                  </a:cubicBezTo>
                  <a:cubicBezTo>
                    <a:pt x="7524" y="10454"/>
                    <a:pt x="7427" y="10568"/>
                    <a:pt x="7297" y="10568"/>
                  </a:cubicBezTo>
                  <a:cubicBezTo>
                    <a:pt x="7283" y="10568"/>
                    <a:pt x="7268" y="10567"/>
                    <a:pt x="7253" y="10564"/>
                  </a:cubicBezTo>
                  <a:cubicBezTo>
                    <a:pt x="7101" y="10564"/>
                    <a:pt x="6977" y="10412"/>
                    <a:pt x="6977" y="10259"/>
                  </a:cubicBezTo>
                  <a:cubicBezTo>
                    <a:pt x="6977" y="10259"/>
                    <a:pt x="7043" y="9802"/>
                    <a:pt x="6796" y="9563"/>
                  </a:cubicBezTo>
                  <a:cubicBezTo>
                    <a:pt x="6680" y="9411"/>
                    <a:pt x="6499" y="9353"/>
                    <a:pt x="6252" y="9353"/>
                  </a:cubicBezTo>
                  <a:cubicBezTo>
                    <a:pt x="5984" y="9353"/>
                    <a:pt x="5803" y="9440"/>
                    <a:pt x="5621" y="9592"/>
                  </a:cubicBezTo>
                  <a:cubicBezTo>
                    <a:pt x="5230" y="10049"/>
                    <a:pt x="5288" y="10955"/>
                    <a:pt x="5288" y="10955"/>
                  </a:cubicBezTo>
                  <a:cubicBezTo>
                    <a:pt x="5288" y="10985"/>
                    <a:pt x="5288" y="11014"/>
                    <a:pt x="5259" y="11043"/>
                  </a:cubicBezTo>
                  <a:cubicBezTo>
                    <a:pt x="5317" y="11195"/>
                    <a:pt x="5411" y="11470"/>
                    <a:pt x="5708" y="11681"/>
                  </a:cubicBezTo>
                  <a:cubicBezTo>
                    <a:pt x="5962" y="11834"/>
                    <a:pt x="6264" y="11886"/>
                    <a:pt x="6558" y="11886"/>
                  </a:cubicBezTo>
                  <a:cubicBezTo>
                    <a:pt x="7182" y="11886"/>
                    <a:pt x="7768" y="11652"/>
                    <a:pt x="7768" y="11652"/>
                  </a:cubicBezTo>
                  <a:cubicBezTo>
                    <a:pt x="8522" y="11289"/>
                    <a:pt x="9581" y="10346"/>
                    <a:pt x="9697" y="8236"/>
                  </a:cubicBezTo>
                  <a:cubicBezTo>
                    <a:pt x="9791" y="5966"/>
                    <a:pt x="8914" y="4668"/>
                    <a:pt x="8370" y="4095"/>
                  </a:cubicBezTo>
                  <a:cubicBezTo>
                    <a:pt x="7949" y="4363"/>
                    <a:pt x="7369" y="4610"/>
                    <a:pt x="6709" y="4610"/>
                  </a:cubicBezTo>
                  <a:cubicBezTo>
                    <a:pt x="6346" y="4610"/>
                    <a:pt x="5955" y="4545"/>
                    <a:pt x="5556" y="4334"/>
                  </a:cubicBezTo>
                  <a:cubicBezTo>
                    <a:pt x="5498" y="4305"/>
                    <a:pt x="5469" y="4305"/>
                    <a:pt x="5411" y="4276"/>
                  </a:cubicBezTo>
                  <a:cubicBezTo>
                    <a:pt x="5012" y="4668"/>
                    <a:pt x="4019" y="5908"/>
                    <a:pt x="4773" y="6873"/>
                  </a:cubicBezTo>
                  <a:cubicBezTo>
                    <a:pt x="5134" y="7317"/>
                    <a:pt x="5554" y="7456"/>
                    <a:pt x="5937" y="7456"/>
                  </a:cubicBezTo>
                  <a:cubicBezTo>
                    <a:pt x="6548" y="7456"/>
                    <a:pt x="7065" y="7105"/>
                    <a:pt x="7101" y="7083"/>
                  </a:cubicBezTo>
                  <a:cubicBezTo>
                    <a:pt x="7149" y="7049"/>
                    <a:pt x="7205" y="7033"/>
                    <a:pt x="7262" y="7033"/>
                  </a:cubicBezTo>
                  <a:cubicBezTo>
                    <a:pt x="7351" y="7033"/>
                    <a:pt x="7439" y="7073"/>
                    <a:pt x="7492" y="7148"/>
                  </a:cubicBezTo>
                  <a:cubicBezTo>
                    <a:pt x="7587" y="7264"/>
                    <a:pt x="7550" y="7445"/>
                    <a:pt x="7434" y="7540"/>
                  </a:cubicBezTo>
                  <a:cubicBezTo>
                    <a:pt x="7101" y="7779"/>
                    <a:pt x="6557" y="8026"/>
                    <a:pt x="5955" y="8026"/>
                  </a:cubicBezTo>
                  <a:cubicBezTo>
                    <a:pt x="5411" y="8026"/>
                    <a:pt x="4831" y="7808"/>
                    <a:pt x="4352" y="7206"/>
                  </a:cubicBezTo>
                  <a:cubicBezTo>
                    <a:pt x="3446" y="6089"/>
                    <a:pt x="4229" y="4697"/>
                    <a:pt x="4954" y="3943"/>
                  </a:cubicBezTo>
                  <a:cubicBezTo>
                    <a:pt x="3779" y="2913"/>
                    <a:pt x="4504" y="1375"/>
                    <a:pt x="4504" y="1375"/>
                  </a:cubicBezTo>
                  <a:cubicBezTo>
                    <a:pt x="4544" y="1271"/>
                    <a:pt x="4641" y="1211"/>
                    <a:pt x="4738" y="1211"/>
                  </a:cubicBezTo>
                  <a:cubicBezTo>
                    <a:pt x="4783" y="1211"/>
                    <a:pt x="4828" y="1224"/>
                    <a:pt x="4867" y="1252"/>
                  </a:cubicBezTo>
                  <a:cubicBezTo>
                    <a:pt x="5012" y="1317"/>
                    <a:pt x="5077" y="1462"/>
                    <a:pt x="5012" y="1615"/>
                  </a:cubicBezTo>
                  <a:cubicBezTo>
                    <a:pt x="4925" y="1767"/>
                    <a:pt x="4352" y="3130"/>
                    <a:pt x="5803" y="3856"/>
                  </a:cubicBezTo>
                  <a:cubicBezTo>
                    <a:pt x="6094" y="3993"/>
                    <a:pt x="6400" y="4061"/>
                    <a:pt x="6714" y="4061"/>
                  </a:cubicBezTo>
                  <a:cubicBezTo>
                    <a:pt x="7078" y="4061"/>
                    <a:pt x="7452" y="3970"/>
                    <a:pt x="7826" y="3790"/>
                  </a:cubicBezTo>
                  <a:cubicBezTo>
                    <a:pt x="7884" y="3761"/>
                    <a:pt x="7913" y="3732"/>
                    <a:pt x="7978" y="3703"/>
                  </a:cubicBezTo>
                  <a:cubicBezTo>
                    <a:pt x="8007" y="3551"/>
                    <a:pt x="8065" y="2826"/>
                    <a:pt x="7587" y="1557"/>
                  </a:cubicBezTo>
                  <a:cubicBezTo>
                    <a:pt x="7282" y="802"/>
                    <a:pt x="6919" y="375"/>
                    <a:pt x="6644" y="164"/>
                  </a:cubicBezTo>
                  <a:lnTo>
                    <a:pt x="6194" y="193"/>
                  </a:lnTo>
                  <a:cubicBezTo>
                    <a:pt x="6165" y="193"/>
                    <a:pt x="6100" y="164"/>
                    <a:pt x="6071" y="164"/>
                  </a:cubicBezTo>
                  <a:cubicBezTo>
                    <a:pt x="6037" y="148"/>
                    <a:pt x="5711" y="0"/>
                    <a:pt x="5284" y="0"/>
                  </a:cubicBezTo>
                  <a:close/>
                </a:path>
              </a:pathLst>
            </a:custGeom>
            <a:solidFill>
              <a:srgbClr val="FE3F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55"/>
            <p:cNvSpPr/>
            <p:nvPr/>
          </p:nvSpPr>
          <p:spPr>
            <a:xfrm>
              <a:off x="4710452" y="3087208"/>
              <a:ext cx="588668" cy="446351"/>
            </a:xfrm>
            <a:custGeom>
              <a:avLst/>
              <a:gdLst/>
              <a:ahLst/>
              <a:cxnLst/>
              <a:rect l="l" t="t" r="r" b="b"/>
              <a:pathLst>
                <a:path w="13563" h="10284" extrusionOk="0">
                  <a:moveTo>
                    <a:pt x="10937" y="1"/>
                  </a:moveTo>
                  <a:cubicBezTo>
                    <a:pt x="10632" y="450"/>
                    <a:pt x="10060" y="936"/>
                    <a:pt x="8972" y="1147"/>
                  </a:cubicBezTo>
                  <a:cubicBezTo>
                    <a:pt x="8486" y="1241"/>
                    <a:pt x="8065" y="1270"/>
                    <a:pt x="7732" y="1270"/>
                  </a:cubicBezTo>
                  <a:cubicBezTo>
                    <a:pt x="7217" y="1270"/>
                    <a:pt x="6854" y="1176"/>
                    <a:pt x="6615" y="1089"/>
                  </a:cubicBezTo>
                  <a:cubicBezTo>
                    <a:pt x="6410" y="1469"/>
                    <a:pt x="5890" y="2084"/>
                    <a:pt x="5054" y="2084"/>
                  </a:cubicBezTo>
                  <a:cubicBezTo>
                    <a:pt x="5031" y="2084"/>
                    <a:pt x="5007" y="2083"/>
                    <a:pt x="4983" y="2082"/>
                  </a:cubicBezTo>
                  <a:cubicBezTo>
                    <a:pt x="4468" y="2082"/>
                    <a:pt x="4106" y="1966"/>
                    <a:pt x="3866" y="1872"/>
                  </a:cubicBezTo>
                  <a:cubicBezTo>
                    <a:pt x="3772" y="2176"/>
                    <a:pt x="3504" y="2597"/>
                    <a:pt x="2931" y="3025"/>
                  </a:cubicBezTo>
                  <a:cubicBezTo>
                    <a:pt x="2024" y="3685"/>
                    <a:pt x="755" y="3960"/>
                    <a:pt x="298" y="4047"/>
                  </a:cubicBezTo>
                  <a:cubicBezTo>
                    <a:pt x="298" y="4047"/>
                    <a:pt x="1" y="5048"/>
                    <a:pt x="661" y="5773"/>
                  </a:cubicBezTo>
                  <a:cubicBezTo>
                    <a:pt x="936" y="6071"/>
                    <a:pt x="1270" y="6165"/>
                    <a:pt x="1509" y="6223"/>
                  </a:cubicBezTo>
                  <a:cubicBezTo>
                    <a:pt x="1662" y="6223"/>
                    <a:pt x="1930" y="6194"/>
                    <a:pt x="2205" y="6136"/>
                  </a:cubicBezTo>
                  <a:cubicBezTo>
                    <a:pt x="2778" y="6042"/>
                    <a:pt x="3112" y="5802"/>
                    <a:pt x="3228" y="5440"/>
                  </a:cubicBezTo>
                  <a:cubicBezTo>
                    <a:pt x="3504" y="4533"/>
                    <a:pt x="2902" y="4076"/>
                    <a:pt x="2865" y="4047"/>
                  </a:cubicBezTo>
                  <a:cubicBezTo>
                    <a:pt x="2749" y="3960"/>
                    <a:pt x="2720" y="3779"/>
                    <a:pt x="2807" y="3656"/>
                  </a:cubicBezTo>
                  <a:cubicBezTo>
                    <a:pt x="2864" y="3582"/>
                    <a:pt x="2951" y="3542"/>
                    <a:pt x="3038" y="3542"/>
                  </a:cubicBezTo>
                  <a:cubicBezTo>
                    <a:pt x="3095" y="3542"/>
                    <a:pt x="3152" y="3560"/>
                    <a:pt x="3199" y="3598"/>
                  </a:cubicBezTo>
                  <a:cubicBezTo>
                    <a:pt x="3228" y="3627"/>
                    <a:pt x="4135" y="4323"/>
                    <a:pt x="3772" y="5592"/>
                  </a:cubicBezTo>
                  <a:cubicBezTo>
                    <a:pt x="3562" y="6317"/>
                    <a:pt x="2836" y="6586"/>
                    <a:pt x="2234" y="6709"/>
                  </a:cubicBezTo>
                  <a:cubicBezTo>
                    <a:pt x="2263" y="7224"/>
                    <a:pt x="2474" y="8036"/>
                    <a:pt x="3322" y="8827"/>
                  </a:cubicBezTo>
                  <a:cubicBezTo>
                    <a:pt x="4215" y="9639"/>
                    <a:pt x="5596" y="10284"/>
                    <a:pt x="7065" y="10284"/>
                  </a:cubicBezTo>
                  <a:cubicBezTo>
                    <a:pt x="7826" y="10284"/>
                    <a:pt x="8611" y="10110"/>
                    <a:pt x="9363" y="9697"/>
                  </a:cubicBezTo>
                  <a:cubicBezTo>
                    <a:pt x="10966" y="8827"/>
                    <a:pt x="11089" y="7673"/>
                    <a:pt x="11024" y="7101"/>
                  </a:cubicBezTo>
                  <a:cubicBezTo>
                    <a:pt x="10089" y="7101"/>
                    <a:pt x="9182" y="6651"/>
                    <a:pt x="8638" y="5889"/>
                  </a:cubicBezTo>
                  <a:cubicBezTo>
                    <a:pt x="8486" y="5679"/>
                    <a:pt x="8399" y="5469"/>
                    <a:pt x="8341" y="5259"/>
                  </a:cubicBezTo>
                  <a:cubicBezTo>
                    <a:pt x="8201" y="5196"/>
                    <a:pt x="7891" y="5072"/>
                    <a:pt x="7529" y="5072"/>
                  </a:cubicBezTo>
                  <a:cubicBezTo>
                    <a:pt x="7177" y="5072"/>
                    <a:pt x="6776" y="5189"/>
                    <a:pt x="6433" y="5592"/>
                  </a:cubicBezTo>
                  <a:cubicBezTo>
                    <a:pt x="5708" y="6470"/>
                    <a:pt x="6375" y="7224"/>
                    <a:pt x="6433" y="7311"/>
                  </a:cubicBezTo>
                  <a:cubicBezTo>
                    <a:pt x="6557" y="7405"/>
                    <a:pt x="6528" y="7586"/>
                    <a:pt x="6433" y="7703"/>
                  </a:cubicBezTo>
                  <a:cubicBezTo>
                    <a:pt x="6375" y="7739"/>
                    <a:pt x="6310" y="7768"/>
                    <a:pt x="6223" y="7768"/>
                  </a:cubicBezTo>
                  <a:cubicBezTo>
                    <a:pt x="6165" y="7768"/>
                    <a:pt x="6071" y="7739"/>
                    <a:pt x="6042" y="7673"/>
                  </a:cubicBezTo>
                  <a:cubicBezTo>
                    <a:pt x="5650" y="7282"/>
                    <a:pt x="5164" y="6223"/>
                    <a:pt x="6013" y="5230"/>
                  </a:cubicBezTo>
                  <a:cubicBezTo>
                    <a:pt x="6484" y="4695"/>
                    <a:pt x="7050" y="4522"/>
                    <a:pt x="7563" y="4522"/>
                  </a:cubicBezTo>
                  <a:cubicBezTo>
                    <a:pt x="7809" y="4522"/>
                    <a:pt x="8042" y="4562"/>
                    <a:pt x="8246" y="4620"/>
                  </a:cubicBezTo>
                  <a:cubicBezTo>
                    <a:pt x="8246" y="4381"/>
                    <a:pt x="8305" y="4142"/>
                    <a:pt x="8428" y="3895"/>
                  </a:cubicBezTo>
                  <a:cubicBezTo>
                    <a:pt x="8895" y="3013"/>
                    <a:pt x="9604" y="2762"/>
                    <a:pt x="10150" y="2762"/>
                  </a:cubicBezTo>
                  <a:cubicBezTo>
                    <a:pt x="10349" y="2762"/>
                    <a:pt x="10526" y="2795"/>
                    <a:pt x="10661" y="2844"/>
                  </a:cubicBezTo>
                  <a:cubicBezTo>
                    <a:pt x="10814" y="2873"/>
                    <a:pt x="10879" y="3054"/>
                    <a:pt x="10843" y="3170"/>
                  </a:cubicBezTo>
                  <a:cubicBezTo>
                    <a:pt x="10798" y="3289"/>
                    <a:pt x="10695" y="3372"/>
                    <a:pt x="10580" y="3372"/>
                  </a:cubicBezTo>
                  <a:cubicBezTo>
                    <a:pt x="10547" y="3372"/>
                    <a:pt x="10514" y="3366"/>
                    <a:pt x="10480" y="3351"/>
                  </a:cubicBezTo>
                  <a:cubicBezTo>
                    <a:pt x="10451" y="3342"/>
                    <a:pt x="10333" y="3309"/>
                    <a:pt x="10167" y="3309"/>
                  </a:cubicBezTo>
                  <a:cubicBezTo>
                    <a:pt x="9830" y="3309"/>
                    <a:pt x="9297" y="3443"/>
                    <a:pt x="8914" y="4171"/>
                  </a:cubicBezTo>
                  <a:cubicBezTo>
                    <a:pt x="8703" y="4591"/>
                    <a:pt x="8761" y="5106"/>
                    <a:pt x="9095" y="5563"/>
                  </a:cubicBezTo>
                  <a:cubicBezTo>
                    <a:pt x="9527" y="6185"/>
                    <a:pt x="10284" y="6570"/>
                    <a:pt x="11051" y="6570"/>
                  </a:cubicBezTo>
                  <a:cubicBezTo>
                    <a:pt x="11134" y="6570"/>
                    <a:pt x="11217" y="6566"/>
                    <a:pt x="11300" y="6557"/>
                  </a:cubicBezTo>
                  <a:cubicBezTo>
                    <a:pt x="11329" y="6528"/>
                    <a:pt x="11387" y="6528"/>
                    <a:pt x="11452" y="6528"/>
                  </a:cubicBezTo>
                  <a:cubicBezTo>
                    <a:pt x="11815" y="6223"/>
                    <a:pt x="12329" y="5592"/>
                    <a:pt x="12837" y="4258"/>
                  </a:cubicBezTo>
                  <a:cubicBezTo>
                    <a:pt x="13562" y="2445"/>
                    <a:pt x="13171" y="697"/>
                    <a:pt x="13171" y="697"/>
                  </a:cubicBezTo>
                  <a:lnTo>
                    <a:pt x="13171" y="697"/>
                  </a:lnTo>
                  <a:cubicBezTo>
                    <a:pt x="13083" y="729"/>
                    <a:pt x="12914" y="753"/>
                    <a:pt x="12704" y="753"/>
                  </a:cubicBezTo>
                  <a:cubicBezTo>
                    <a:pt x="12340" y="753"/>
                    <a:pt x="11852" y="680"/>
                    <a:pt x="11452" y="450"/>
                  </a:cubicBezTo>
                  <a:cubicBezTo>
                    <a:pt x="11205" y="334"/>
                    <a:pt x="11060" y="182"/>
                    <a:pt x="10937" y="1"/>
                  </a:cubicBezTo>
                  <a:close/>
                </a:path>
              </a:pathLst>
            </a:custGeom>
            <a:solidFill>
              <a:srgbClr val="FEE0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Dikdörtgen 1">
            <a:extLst>
              <a:ext uri="{FF2B5EF4-FFF2-40B4-BE49-F238E27FC236}">
                <a16:creationId xmlns:a16="http://schemas.microsoft.com/office/drawing/2014/main" id="{83352E74-E249-4CF0-90F5-3AFEE8EA9547}"/>
              </a:ext>
            </a:extLst>
          </p:cNvPr>
          <p:cNvSpPr/>
          <p:nvPr/>
        </p:nvSpPr>
        <p:spPr>
          <a:xfrm>
            <a:off x="656264" y="1141846"/>
            <a:ext cx="4572000" cy="3539430"/>
          </a:xfrm>
          <a:prstGeom prst="rect">
            <a:avLst/>
          </a:prstGeom>
        </p:spPr>
        <p:txBody>
          <a:bodyPr>
            <a:spAutoFit/>
          </a:bodyPr>
          <a:lstStyle/>
          <a:p>
            <a:r>
              <a:rPr lang="en-US" dirty="0">
                <a:solidFill>
                  <a:schemeClr val="accent2"/>
                </a:solidFill>
              </a:rPr>
              <a:t>So here's an experiment we're doing in the lab. A subject is feeling a real-time streaming feed from the Net of data for five seconds. Then, two buttons appear, and he has to make a choice. He doesn't know what's going on. He makes a choice, and he gets feedback after one second. Now, here's the thing: The subject has no idea what all the patterns mean, but we're seeing if he gets better at figuring out which button to press. He doesn't know that what we're feeding is real-time data from the stock market, and he's making buy and sell decisions.</a:t>
            </a:r>
            <a:r>
              <a:rPr lang="tr-TR" dirty="0">
                <a:solidFill>
                  <a:schemeClr val="accent2"/>
                </a:solidFill>
              </a:rPr>
              <a:t> </a:t>
            </a:r>
            <a:r>
              <a:rPr lang="en-US" dirty="0">
                <a:solidFill>
                  <a:schemeClr val="accent2"/>
                </a:solidFill>
              </a:rPr>
              <a:t>And the feedback is telling him whether he did the right thing or not. And what we're seeing is, can we expand the human um</a:t>
            </a:r>
            <a:r>
              <a:rPr lang="tr-TR" dirty="0">
                <a:solidFill>
                  <a:schemeClr val="accent2"/>
                </a:solidFill>
              </a:rPr>
              <a:t>w</a:t>
            </a:r>
            <a:r>
              <a:rPr lang="en-US" dirty="0" err="1">
                <a:solidFill>
                  <a:schemeClr val="accent2"/>
                </a:solidFill>
              </a:rPr>
              <a:t>elt</a:t>
            </a:r>
            <a:r>
              <a:rPr lang="en-US" dirty="0">
                <a:solidFill>
                  <a:schemeClr val="accent2"/>
                </a:solidFill>
              </a:rPr>
              <a:t> so that he comes to have, after several weeks, a direct perceptual experience of the economic movements of the planet. So we'll report on that later to see how well this goes.</a:t>
            </a:r>
            <a:endParaRPr lang="tr-TR" dirty="0">
              <a:solidFill>
                <a:schemeClr val="accent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Yeni Duyulara Sahip Olabilir Miyiz - Mühendis Beyinler">
            <a:extLst>
              <a:ext uri="{FF2B5EF4-FFF2-40B4-BE49-F238E27FC236}">
                <a16:creationId xmlns:a16="http://schemas.microsoft.com/office/drawing/2014/main" id="{BE472C0F-7066-4755-A087-6EBAECE64B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120" y="927590"/>
            <a:ext cx="5881760" cy="352429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9736558"/>
      </p:ext>
    </p:extLst>
  </p:cSld>
  <p:clrMapOvr>
    <a:masterClrMapping/>
  </p:clrMapOvr>
</p:sld>
</file>

<file path=ppt/theme/theme1.xml><?xml version="1.0" encoding="utf-8"?>
<a:theme xmlns:a="http://schemas.openxmlformats.org/drawingml/2006/main" name="Neurology Clinical Case by Slidesgo">
  <a:themeElements>
    <a:clrScheme name="Simple Light">
      <a:dk1>
        <a:srgbClr val="322350"/>
      </a:dk1>
      <a:lt1>
        <a:srgbClr val="7D62A9"/>
      </a:lt1>
      <a:dk2>
        <a:srgbClr val="F19F3D"/>
      </a:dk2>
      <a:lt2>
        <a:srgbClr val="FE3F75"/>
      </a:lt2>
      <a:accent1>
        <a:srgbClr val="FEE0CB"/>
      </a:accent1>
      <a:accent2>
        <a:srgbClr val="F7F7F7"/>
      </a:accent2>
      <a:accent3>
        <a:srgbClr val="FFFFFF"/>
      </a:accent3>
      <a:accent4>
        <a:srgbClr val="FFFFFF"/>
      </a:accent4>
      <a:accent5>
        <a:srgbClr val="FFFFFF"/>
      </a:accent5>
      <a:accent6>
        <a:srgbClr val="FFFFFF"/>
      </a:accent6>
      <a:hlink>
        <a:srgbClr val="F7F7F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TotalTime>
  <Words>198</Words>
  <Application>Microsoft Office PowerPoint</Application>
  <PresentationFormat>Ekran Gösterisi (16:9)</PresentationFormat>
  <Paragraphs>13</Paragraphs>
  <Slides>7</Slides>
  <Notes>6</Notes>
  <HiddenSlides>0</HiddenSlides>
  <MMClips>0</MMClips>
  <ScaleCrop>false</ScaleCrop>
  <HeadingPairs>
    <vt:vector size="6" baseType="variant">
      <vt:variant>
        <vt:lpstr>Kullanılan Yazı Tipleri</vt:lpstr>
      </vt:variant>
      <vt:variant>
        <vt:i4>10</vt:i4>
      </vt:variant>
      <vt:variant>
        <vt:lpstr>Tema</vt:lpstr>
      </vt:variant>
      <vt:variant>
        <vt:i4>1</vt:i4>
      </vt:variant>
      <vt:variant>
        <vt:lpstr>Slayt Başlıkları</vt:lpstr>
      </vt:variant>
      <vt:variant>
        <vt:i4>7</vt:i4>
      </vt:variant>
    </vt:vector>
  </HeadingPairs>
  <TitlesOfParts>
    <vt:vector size="18" baseType="lpstr">
      <vt:lpstr>Microsoft JhengHei UI</vt:lpstr>
      <vt:lpstr>Microsoft YaHei UI Light</vt:lpstr>
      <vt:lpstr>Arial</vt:lpstr>
      <vt:lpstr>Microsoft Yi Baiti</vt:lpstr>
      <vt:lpstr>Montserrat</vt:lpstr>
      <vt:lpstr>Open Sans</vt:lpstr>
      <vt:lpstr>Patrick Hand</vt:lpstr>
      <vt:lpstr>Prata</vt:lpstr>
      <vt:lpstr>Roboto</vt:lpstr>
      <vt:lpstr>Roboto Condensed Light</vt:lpstr>
      <vt:lpstr>Neurology Clinical Case by Slidesgo</vt:lpstr>
      <vt:lpstr>DAVİD EAGLEMAN</vt:lpstr>
      <vt:lpstr>who is David Eagleman?</vt:lpstr>
      <vt:lpstr>The Creative Brain</vt:lpstr>
      <vt:lpstr>PowerPoint Sunusu</vt:lpstr>
      <vt:lpstr> David Eagleman states the following on electromagnetic radiation in a ted talk: Instead, we are confined to this very narrow slice of perception, right in the middle. Even weirder, we can't see many events that take place even in the slice of reality we call home. Let's take the colors in our world. These are light waves, electromagnetic radiations, that bounce off objects and hit special receptors behind our eyes. But we can't see all the waves here. What we're actually seeing is less than a 10 trillionth of what's here. Radio waves, microwaves, X-rays and gamma rays are passing through your body right now and you have no idea; because you weren't born with the biological receptors needed to see them. There are thousands of phone calls going through your body right now and you don't notice any of them.</vt:lpstr>
      <vt:lpstr>David eagleman talks about their General Network experiment at the Lab:</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DAVİD EAGLEMAN</dc:title>
  <dc:creator>Mert</dc:creator>
  <cp:lastModifiedBy>Mert Eren DOĞANÇAY</cp:lastModifiedBy>
  <cp:revision>12</cp:revision>
  <dcterms:modified xsi:type="dcterms:W3CDTF">2021-11-09T20:19:10Z</dcterms:modified>
</cp:coreProperties>
</file>