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76" r:id="rId1"/>
    <p:sldMasterId id="2147483688" r:id="rId2"/>
    <p:sldMasterId id="2147483766" r:id="rId3"/>
  </p:sldMasterIdLst>
  <p:notesMasterIdLst>
    <p:notesMasterId r:id="rId20"/>
  </p:notesMasterIdLst>
  <p:handoutMasterIdLst>
    <p:handoutMasterId r:id="rId21"/>
  </p:handoutMasterIdLst>
  <p:sldIdLst>
    <p:sldId id="322" r:id="rId4"/>
    <p:sldId id="259" r:id="rId5"/>
    <p:sldId id="336" r:id="rId6"/>
    <p:sldId id="323" r:id="rId7"/>
    <p:sldId id="324" r:id="rId8"/>
    <p:sldId id="325" r:id="rId9"/>
    <p:sldId id="326" r:id="rId10"/>
    <p:sldId id="327" r:id="rId11"/>
    <p:sldId id="328" r:id="rId12"/>
    <p:sldId id="329" r:id="rId13"/>
    <p:sldId id="330" r:id="rId14"/>
    <p:sldId id="331" r:id="rId15"/>
    <p:sldId id="332" r:id="rId16"/>
    <p:sldId id="333" r:id="rId17"/>
    <p:sldId id="334" r:id="rId18"/>
    <p:sldId id="335" r:id="rId19"/>
  </p:sldIdLst>
  <p:sldSz cx="12190413" cy="6859588"/>
  <p:notesSz cx="6858000" cy="9144000"/>
  <p:embeddedFontLst>
    <p:embeddedFont>
      <p:font typeface="굴림체" panose="020B0609000101010101" pitchFamily="49" charset="-127"/>
      <p:regular r:id="rId22"/>
    </p:embeddedFont>
    <p:embeddedFont>
      <p:font typeface="맑은 고딕" panose="020B0503020000020004" pitchFamily="34" charset="-127"/>
      <p:regular r:id="rId23"/>
      <p:bold r:id="rId24"/>
    </p:embeddedFont>
    <p:embeddedFont>
      <p:font typeface="Calibri" panose="020F0502020204030204" pitchFamily="34" charset="0"/>
      <p:regular r:id="rId25"/>
      <p:bold r:id="rId26"/>
      <p:italic r:id="rId27"/>
      <p:boldItalic r:id="rId28"/>
    </p:embeddedFont>
    <p:embeddedFont>
      <p:font typeface="Calibri Light" panose="020F0302020204030204" pitchFamily="34" charset="0"/>
      <p:regular r:id="rId29"/>
      <p:italic r:id="rId30"/>
    </p:embeddedFont>
    <p:embeddedFont>
      <p:font typeface="Franklin Gothic Book" panose="020B0503020102020204" pitchFamily="34" charset="0"/>
      <p:regular r:id="rId31"/>
      <p:italic r:id="rId32"/>
    </p:embeddedFont>
    <p:embeddedFont>
      <p:font typeface="Montserrat" panose="00000500000000000000" pitchFamily="2" charset="-94"/>
      <p:regular r:id="rId33"/>
    </p:embeddedFont>
    <p:embeddedFont>
      <p:font typeface="Noto Sans" panose="020B0502040504020204" pitchFamily="34" charset="0"/>
      <p:regular r:id="rId34"/>
      <p:bold r:id="rId35"/>
    </p:embeddedFont>
    <p:embeddedFont>
      <p:font typeface="Roboto Condensed" panose="02000000000000000000" pitchFamily="2" charset="0"/>
      <p:regular r:id="rId36"/>
      <p:bold r:id="rId37"/>
      <p:italic r:id="rId38"/>
      <p:boldItalic r:id="rId39"/>
    </p:embeddedFont>
  </p:embeddedFontLst>
  <p:defaultTextStyle>
    <a:defPPr>
      <a:defRPr lang="ko-KR"/>
    </a:defPPr>
    <a:lvl1pPr marL="0" algn="l" defTabSz="995690" rtl="0" eaLnBrk="1" latinLnBrk="1" hangingPunct="1">
      <a:defRPr sz="2000" kern="1200">
        <a:solidFill>
          <a:schemeClr val="tx1"/>
        </a:solidFill>
        <a:latin typeface="+mn-lt"/>
        <a:ea typeface="+mn-ea"/>
        <a:cs typeface="+mn-cs"/>
      </a:defRPr>
    </a:lvl1pPr>
    <a:lvl2pPr marL="497845" algn="l" defTabSz="995690" rtl="0" eaLnBrk="1" latinLnBrk="1" hangingPunct="1">
      <a:defRPr sz="2000" kern="1200">
        <a:solidFill>
          <a:schemeClr val="tx1"/>
        </a:solidFill>
        <a:latin typeface="+mn-lt"/>
        <a:ea typeface="+mn-ea"/>
        <a:cs typeface="+mn-cs"/>
      </a:defRPr>
    </a:lvl2pPr>
    <a:lvl3pPr marL="995690" algn="l" defTabSz="995690" rtl="0" eaLnBrk="1" latinLnBrk="1" hangingPunct="1">
      <a:defRPr sz="2000" kern="1200">
        <a:solidFill>
          <a:schemeClr val="tx1"/>
        </a:solidFill>
        <a:latin typeface="+mn-lt"/>
        <a:ea typeface="+mn-ea"/>
        <a:cs typeface="+mn-cs"/>
      </a:defRPr>
    </a:lvl3pPr>
    <a:lvl4pPr marL="1493535" algn="l" defTabSz="995690" rtl="0" eaLnBrk="1" latinLnBrk="1" hangingPunct="1">
      <a:defRPr sz="2000" kern="1200">
        <a:solidFill>
          <a:schemeClr val="tx1"/>
        </a:solidFill>
        <a:latin typeface="+mn-lt"/>
        <a:ea typeface="+mn-ea"/>
        <a:cs typeface="+mn-cs"/>
      </a:defRPr>
    </a:lvl4pPr>
    <a:lvl5pPr marL="1991380" algn="l" defTabSz="995690" rtl="0" eaLnBrk="1" latinLnBrk="1" hangingPunct="1">
      <a:defRPr sz="2000" kern="1200">
        <a:solidFill>
          <a:schemeClr val="tx1"/>
        </a:solidFill>
        <a:latin typeface="+mn-lt"/>
        <a:ea typeface="+mn-ea"/>
        <a:cs typeface="+mn-cs"/>
      </a:defRPr>
    </a:lvl5pPr>
    <a:lvl6pPr marL="2489225" algn="l" defTabSz="995690" rtl="0" eaLnBrk="1" latinLnBrk="1" hangingPunct="1">
      <a:defRPr sz="2000" kern="1200">
        <a:solidFill>
          <a:schemeClr val="tx1"/>
        </a:solidFill>
        <a:latin typeface="+mn-lt"/>
        <a:ea typeface="+mn-ea"/>
        <a:cs typeface="+mn-cs"/>
      </a:defRPr>
    </a:lvl6pPr>
    <a:lvl7pPr marL="2987070" algn="l" defTabSz="995690" rtl="0" eaLnBrk="1" latinLnBrk="1" hangingPunct="1">
      <a:defRPr sz="2000" kern="1200">
        <a:solidFill>
          <a:schemeClr val="tx1"/>
        </a:solidFill>
        <a:latin typeface="+mn-lt"/>
        <a:ea typeface="+mn-ea"/>
        <a:cs typeface="+mn-cs"/>
      </a:defRPr>
    </a:lvl7pPr>
    <a:lvl8pPr marL="3484916" algn="l" defTabSz="995690" rtl="0" eaLnBrk="1" latinLnBrk="1" hangingPunct="1">
      <a:defRPr sz="2000" kern="1200">
        <a:solidFill>
          <a:schemeClr val="tx1"/>
        </a:solidFill>
        <a:latin typeface="+mn-lt"/>
        <a:ea typeface="+mn-ea"/>
        <a:cs typeface="+mn-cs"/>
      </a:defRPr>
    </a:lvl8pPr>
    <a:lvl9pPr marL="3982761" algn="l" defTabSz="995690" rtl="0" eaLnBrk="1" latinLnBrk="1" hangingPunct="1">
      <a:defRPr sz="2000" kern="1200">
        <a:solidFill>
          <a:schemeClr val="tx1"/>
        </a:solidFill>
        <a:latin typeface="+mn-lt"/>
        <a:ea typeface="+mn-ea"/>
        <a:cs typeface="+mn-cs"/>
      </a:defRPr>
    </a:lvl9pPr>
  </p:defaultTextStyle>
  <p:extLst>
    <p:ext uri="{521415D9-36F7-43E2-AB2F-B90AF26B5E84}">
      <p14:sectionLst xmlns:p14="http://schemas.microsoft.com/office/powerpoint/2010/main">
        <p14:section name="Varsayılan Bölüm" id="{86FD154E-17D8-450B-95DB-B454FAB28AFC}">
          <p14:sldIdLst>
            <p14:sldId id="322"/>
            <p14:sldId id="259"/>
          </p14:sldIdLst>
        </p14:section>
        <p14:section name="Başlıksız Bölüm" id="{D033A0A2-09B1-4DED-A46E-07FF7A525618}">
          <p14:sldIdLst>
            <p14:sldId id="336"/>
          </p14:sldIdLst>
        </p14:section>
        <p14:section name="Başlıksız Bölüm" id="{39918154-C298-4A9A-B998-2213557B2A42}">
          <p14:sldIdLst>
            <p14:sldId id="323"/>
            <p14:sldId id="324"/>
            <p14:sldId id="325"/>
            <p14:sldId id="326"/>
            <p14:sldId id="327"/>
            <p14:sldId id="328"/>
            <p14:sldId id="329"/>
            <p14:sldId id="330"/>
            <p14:sldId id="331"/>
            <p14:sldId id="332"/>
            <p14:sldId id="333"/>
            <p14:sldId id="334"/>
            <p14:sldId id="33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guide id="3" orient="horz" pos="2161">
          <p15:clr>
            <a:srgbClr val="A4A3A4"/>
          </p15:clr>
        </p15:guide>
        <p15:guide id="4"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a:srgbClr val="1C6961"/>
    <a:srgbClr val="2B4A71"/>
    <a:srgbClr val="4A5A74"/>
    <a:srgbClr val="2A4465"/>
    <a:srgbClr val="ADCF2B"/>
    <a:srgbClr val="F8AD01"/>
    <a:srgbClr val="0E343D"/>
    <a:srgbClr val="79B4B5"/>
    <a:srgbClr val="E4B59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31" autoAdjust="0"/>
    <p:restoredTop sz="94792" autoAdjust="0"/>
  </p:normalViewPr>
  <p:slideViewPr>
    <p:cSldViewPr>
      <p:cViewPr varScale="1">
        <p:scale>
          <a:sx n="67" d="100"/>
          <a:sy n="67" d="100"/>
        </p:scale>
        <p:origin x="832" y="56"/>
      </p:cViewPr>
      <p:guideLst>
        <p:guide orient="horz" pos="2160"/>
        <p:guide pos="2880"/>
        <p:guide orient="horz" pos="2161"/>
        <p:guide pos="3840"/>
      </p:guideLst>
    </p:cSldViewPr>
  </p:slideViewPr>
  <p:notesTextViewPr>
    <p:cViewPr>
      <p:scale>
        <a:sx n="100" d="100"/>
        <a:sy n="100" d="100"/>
      </p:scale>
      <p:origin x="0" y="0"/>
    </p:cViewPr>
  </p:notesTextViewPr>
  <p:sorterViewPr>
    <p:cViewPr varScale="1">
      <p:scale>
        <a:sx n="1" d="1"/>
        <a:sy n="1" d="1"/>
      </p:scale>
      <p:origin x="0" y="0"/>
    </p:cViewPr>
  </p:sorterViewPr>
  <p:notesViewPr>
    <p:cSldViewPr>
      <p:cViewPr varScale="1">
        <p:scale>
          <a:sx n="85" d="100"/>
          <a:sy n="85" d="100"/>
        </p:scale>
        <p:origin x="-3870"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5.fntdata"/><Relationship Id="rId39" Type="http://schemas.openxmlformats.org/officeDocument/2006/relationships/font" Target="fonts/font18.fntdata"/><Relationship Id="rId3" Type="http://schemas.openxmlformats.org/officeDocument/2006/relationships/slideMaster" Target="slideMasters/slideMaster3.xml"/><Relationship Id="rId21" Type="http://schemas.openxmlformats.org/officeDocument/2006/relationships/handoutMaster" Target="handoutMasters/handoutMaster1.xml"/><Relationship Id="rId34" Type="http://schemas.openxmlformats.org/officeDocument/2006/relationships/font" Target="fonts/font13.fntdata"/><Relationship Id="rId42"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notesMaster" Target="notesMasters/notesMaster1.xml"/><Relationship Id="rId29" Type="http://schemas.openxmlformats.org/officeDocument/2006/relationships/font" Target="fonts/font8.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font" Target="fonts/font10.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CFBE2-2B8D-499C-81C9-2CD5B3EB8E93}" type="datetimeFigureOut">
              <a:rPr lang="ko-KR" altLang="en-US" smtClean="0"/>
              <a:pPr/>
              <a:t>2021-12-20</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54DD7E-3179-445A-81DB-781C4554AFF2}" type="slidenum">
              <a:rPr lang="ko-KR" altLang="en-US" smtClean="0"/>
              <a:pPr/>
              <a:t>‹#›</a:t>
            </a:fld>
            <a:endParaRPr lang="ko-KR" altLang="en-US"/>
          </a:p>
        </p:txBody>
      </p:sp>
    </p:spTree>
    <p:extLst>
      <p:ext uri="{BB962C8B-B14F-4D97-AF65-F5344CB8AC3E}">
        <p14:creationId xmlns:p14="http://schemas.microsoft.com/office/powerpoint/2010/main" val="2469536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45AC5-813F-4ED1-B011-8EA17CB93331}" type="datetimeFigureOut">
              <a:rPr lang="ko-KR" altLang="en-US" smtClean="0"/>
              <a:pPr/>
              <a:t>2021-12-20</a:t>
            </a:fld>
            <a:endParaRPr lang="ko-KR" altLang="en-US"/>
          </a:p>
        </p:txBody>
      </p:sp>
      <p:sp>
        <p:nvSpPr>
          <p:cNvPr id="4" name="슬라이드 이미지 개체 틀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504B90-27FD-422C-8CC6-2AADAD122D08}" type="slidenum">
              <a:rPr lang="ko-KR" altLang="en-US" smtClean="0"/>
              <a:pPr/>
              <a:t>‹#›</a:t>
            </a:fld>
            <a:endParaRPr lang="ko-KR" altLang="en-US"/>
          </a:p>
        </p:txBody>
      </p:sp>
    </p:spTree>
    <p:extLst>
      <p:ext uri="{BB962C8B-B14F-4D97-AF65-F5344CB8AC3E}">
        <p14:creationId xmlns:p14="http://schemas.microsoft.com/office/powerpoint/2010/main" val="268707270"/>
      </p:ext>
    </p:extLst>
  </p:cSld>
  <p:clrMap bg1="lt1" tx1="dk1" bg2="lt2" tx2="dk2" accent1="accent1" accent2="accent2" accent3="accent3" accent4="accent4" accent5="accent5" accent6="accent6" hlink="hlink" folHlink="folHlink"/>
  <p:notesStyle>
    <a:lvl1pPr marL="0" algn="l" defTabSz="995690" rtl="0" eaLnBrk="1" latinLnBrk="1" hangingPunct="1">
      <a:defRPr sz="1300" kern="1200">
        <a:solidFill>
          <a:schemeClr val="tx1"/>
        </a:solidFill>
        <a:latin typeface="+mn-lt"/>
        <a:ea typeface="+mn-ea"/>
        <a:cs typeface="+mn-cs"/>
      </a:defRPr>
    </a:lvl1pPr>
    <a:lvl2pPr marL="497845" algn="l" defTabSz="995690" rtl="0" eaLnBrk="1" latinLnBrk="1" hangingPunct="1">
      <a:defRPr sz="1300" kern="1200">
        <a:solidFill>
          <a:schemeClr val="tx1"/>
        </a:solidFill>
        <a:latin typeface="+mn-lt"/>
        <a:ea typeface="+mn-ea"/>
        <a:cs typeface="+mn-cs"/>
      </a:defRPr>
    </a:lvl2pPr>
    <a:lvl3pPr marL="995690" algn="l" defTabSz="995690" rtl="0" eaLnBrk="1" latinLnBrk="1" hangingPunct="1">
      <a:defRPr sz="1300" kern="1200">
        <a:solidFill>
          <a:schemeClr val="tx1"/>
        </a:solidFill>
        <a:latin typeface="+mn-lt"/>
        <a:ea typeface="+mn-ea"/>
        <a:cs typeface="+mn-cs"/>
      </a:defRPr>
    </a:lvl3pPr>
    <a:lvl4pPr marL="1493535" algn="l" defTabSz="995690" rtl="0" eaLnBrk="1" latinLnBrk="1" hangingPunct="1">
      <a:defRPr sz="1300" kern="1200">
        <a:solidFill>
          <a:schemeClr val="tx1"/>
        </a:solidFill>
        <a:latin typeface="+mn-lt"/>
        <a:ea typeface="+mn-ea"/>
        <a:cs typeface="+mn-cs"/>
      </a:defRPr>
    </a:lvl4pPr>
    <a:lvl5pPr marL="1991380" algn="l" defTabSz="995690" rtl="0" eaLnBrk="1" latinLnBrk="1" hangingPunct="1">
      <a:defRPr sz="1300" kern="1200">
        <a:solidFill>
          <a:schemeClr val="tx1"/>
        </a:solidFill>
        <a:latin typeface="+mn-lt"/>
        <a:ea typeface="+mn-ea"/>
        <a:cs typeface="+mn-cs"/>
      </a:defRPr>
    </a:lvl5pPr>
    <a:lvl6pPr marL="2489225" algn="l" defTabSz="995690" rtl="0" eaLnBrk="1" latinLnBrk="1" hangingPunct="1">
      <a:defRPr sz="1300" kern="1200">
        <a:solidFill>
          <a:schemeClr val="tx1"/>
        </a:solidFill>
        <a:latin typeface="+mn-lt"/>
        <a:ea typeface="+mn-ea"/>
        <a:cs typeface="+mn-cs"/>
      </a:defRPr>
    </a:lvl6pPr>
    <a:lvl7pPr marL="2987070" algn="l" defTabSz="995690" rtl="0" eaLnBrk="1" latinLnBrk="1" hangingPunct="1">
      <a:defRPr sz="1300" kern="1200">
        <a:solidFill>
          <a:schemeClr val="tx1"/>
        </a:solidFill>
        <a:latin typeface="+mn-lt"/>
        <a:ea typeface="+mn-ea"/>
        <a:cs typeface="+mn-cs"/>
      </a:defRPr>
    </a:lvl7pPr>
    <a:lvl8pPr marL="3484916" algn="l" defTabSz="995690" rtl="0" eaLnBrk="1" latinLnBrk="1" hangingPunct="1">
      <a:defRPr sz="1300" kern="1200">
        <a:solidFill>
          <a:schemeClr val="tx1"/>
        </a:solidFill>
        <a:latin typeface="+mn-lt"/>
        <a:ea typeface="+mn-ea"/>
        <a:cs typeface="+mn-cs"/>
      </a:defRPr>
    </a:lvl8pPr>
    <a:lvl9pPr marL="3982761" algn="l" defTabSz="995690" rtl="0" eaLnBrk="1" latinLnBrk="1"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2588" y="685800"/>
            <a:ext cx="6092825" cy="3429000"/>
          </a:xfrm>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1</a:t>
            </a:fld>
            <a:endParaRPr lang="ko-KR" altLang="en-US" dirty="0"/>
          </a:p>
        </p:txBody>
      </p:sp>
    </p:spTree>
    <p:extLst>
      <p:ext uri="{BB962C8B-B14F-4D97-AF65-F5344CB8AC3E}">
        <p14:creationId xmlns:p14="http://schemas.microsoft.com/office/powerpoint/2010/main" val="23391061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4879" y="1788868"/>
            <a:ext cx="8360141" cy="2098712"/>
          </a:xfrm>
        </p:spPr>
        <p:txBody>
          <a:bodyPr anchor="b">
            <a:noAutofit/>
          </a:bodyPr>
          <a:lstStyle>
            <a:lvl1pPr algn="ctr">
              <a:defRPr sz="7199" cap="all" baseline="0">
                <a:solidFill>
                  <a:schemeClr val="tx2"/>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2679558" y="3957195"/>
            <a:ext cx="6830784" cy="1086489"/>
          </a:xfrm>
        </p:spPr>
        <p:txBody>
          <a:bodyPr>
            <a:normAutofit/>
          </a:bodyPr>
          <a:lstStyle>
            <a:lvl1pPr marL="0" indent="0" algn="ctr">
              <a:lnSpc>
                <a:spcPct val="112000"/>
              </a:lnSpc>
              <a:spcBef>
                <a:spcPts val="0"/>
              </a:spcBef>
              <a:spcAft>
                <a:spcPts val="0"/>
              </a:spcAft>
              <a:buNone/>
              <a:defRPr sz="2300"/>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752760" y="6454880"/>
            <a:ext cx="1607735" cy="404708"/>
          </a:xfrm>
        </p:spPr>
        <p:txBody>
          <a:bodyPr/>
          <a:lstStyle>
            <a:lvl1pPr>
              <a:defRPr baseline="0">
                <a:solidFill>
                  <a:schemeClr val="tx2"/>
                </a:solidFill>
              </a:defRPr>
            </a:lvl1p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11"/>
          </p:nvPr>
        </p:nvSpPr>
        <p:spPr>
          <a:xfrm>
            <a:off x="2583718" y="6454880"/>
            <a:ext cx="7022463" cy="404708"/>
          </a:xfrm>
        </p:spPr>
        <p:txBody>
          <a:bodyPr/>
          <a:lstStyle>
            <a:lvl1pPr algn="ctr">
              <a:defRPr baseline="0">
                <a:solidFill>
                  <a:schemeClr val="tx2"/>
                </a:solidFill>
              </a:defRPr>
            </a:lvl1pPr>
          </a:lstStyle>
          <a:p>
            <a:endParaRPr lang="ko-KR" altLang="en-US"/>
          </a:p>
        </p:txBody>
      </p:sp>
      <p:sp>
        <p:nvSpPr>
          <p:cNvPr id="6" name="Slide Number Placeholder 5"/>
          <p:cNvSpPr>
            <a:spLocks noGrp="1"/>
          </p:cNvSpPr>
          <p:nvPr>
            <p:ph type="sldNum" sz="quarter" idx="12"/>
          </p:nvPr>
        </p:nvSpPr>
        <p:spPr>
          <a:xfrm>
            <a:off x="9829403" y="6454880"/>
            <a:ext cx="1596084" cy="404708"/>
          </a:xfrm>
        </p:spPr>
        <p:txBody>
          <a:bodyPr/>
          <a:lstStyle>
            <a:lvl1pPr>
              <a:defRPr baseline="0">
                <a:solidFill>
                  <a:schemeClr val="tx2"/>
                </a:solidFill>
              </a:defRPr>
            </a:lvl1pPr>
          </a:lstStyle>
          <a:p>
            <a:fld id="{EE6BC638-39B7-4287-91A7-2A3DDA573295}" type="slidenum">
              <a:rPr lang="ko-KR" altLang="en-US" smtClean="0"/>
              <a:pPr/>
              <a:t>‹#›</a:t>
            </a:fld>
            <a:endParaRPr lang="ko-KR" altLang="en-US"/>
          </a:p>
        </p:txBody>
      </p:sp>
      <p:grpSp>
        <p:nvGrpSpPr>
          <p:cNvPr id="7" name="Group 6"/>
          <p:cNvGrpSpPr/>
          <p:nvPr/>
        </p:nvGrpSpPr>
        <p:grpSpPr>
          <a:xfrm>
            <a:off x="752760" y="744642"/>
            <a:ext cx="10672728" cy="5350910"/>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4059603198"/>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774816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4926" y="1301662"/>
            <a:ext cx="9611720" cy="2853398"/>
          </a:xfrm>
        </p:spPr>
        <p:txBody>
          <a:bodyPr anchor="b">
            <a:normAutofit/>
          </a:bodyPr>
          <a:lstStyle>
            <a:lvl1pPr algn="r">
              <a:defRPr sz="7199" cap="all" baseline="0">
                <a:solidFill>
                  <a:schemeClr val="tx2"/>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764926" y="4217304"/>
            <a:ext cx="9611720" cy="1143589"/>
          </a:xfrm>
        </p:spPr>
        <p:txBody>
          <a:bodyPr/>
          <a:lstStyle>
            <a:lvl1pPr marL="0" indent="0" algn="r">
              <a:lnSpc>
                <a:spcPct val="112000"/>
              </a:lnSpc>
              <a:spcBef>
                <a:spcPts val="0"/>
              </a:spcBef>
              <a:spcAft>
                <a:spcPts val="0"/>
              </a:spcAft>
              <a:buNone/>
              <a:defRPr sz="2400">
                <a:solidFill>
                  <a:schemeClr val="tx2"/>
                </a:solidFill>
              </a:defRPr>
            </a:lvl1pPr>
            <a:lvl2pPr marL="457154" indent="0">
              <a:buNone/>
              <a:defRPr sz="2000">
                <a:solidFill>
                  <a:schemeClr val="tx1">
                    <a:tint val="75000"/>
                  </a:schemeClr>
                </a:solidFill>
              </a:defRPr>
            </a:lvl2pPr>
            <a:lvl3pPr marL="914309" indent="0">
              <a:buNone/>
              <a:defRPr sz="1800">
                <a:solidFill>
                  <a:schemeClr val="tx1">
                    <a:tint val="75000"/>
                  </a:schemeClr>
                </a:solidFill>
              </a:defRPr>
            </a:lvl3pPr>
            <a:lvl4pPr marL="1371463" indent="0">
              <a:buNone/>
              <a:defRPr sz="1600">
                <a:solidFill>
                  <a:schemeClr val="tx1">
                    <a:tint val="75000"/>
                  </a:schemeClr>
                </a:solidFill>
              </a:defRPr>
            </a:lvl4pPr>
            <a:lvl5pPr marL="1828617" indent="0">
              <a:buNone/>
              <a:defRPr sz="1600">
                <a:solidFill>
                  <a:schemeClr val="tx1">
                    <a:tint val="75000"/>
                  </a:schemeClr>
                </a:solidFill>
              </a:defRPr>
            </a:lvl5pPr>
            <a:lvl6pPr marL="2285771"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4" indent="0">
              <a:buNone/>
              <a:defRPr sz="16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a:xfrm>
            <a:off x="738812" y="6454880"/>
            <a:ext cx="1622198" cy="404708"/>
          </a:xfrm>
        </p:spPr>
        <p:txBody>
          <a:bodyPr/>
          <a:lstStyle>
            <a:lvl1pPr>
              <a:defRPr>
                <a:solidFill>
                  <a:schemeClr val="tx2"/>
                </a:solidFill>
              </a:defRPr>
            </a:lvl1p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11"/>
          </p:nvPr>
        </p:nvSpPr>
        <p:spPr>
          <a:xfrm>
            <a:off x="2583976" y="6454880"/>
            <a:ext cx="7022463" cy="404708"/>
          </a:xfrm>
        </p:spPr>
        <p:txBody>
          <a:bodyPr/>
          <a:lstStyle>
            <a:lvl1pPr algn="ctr">
              <a:defRPr>
                <a:solidFill>
                  <a:schemeClr val="tx2"/>
                </a:solidFill>
              </a:defRPr>
            </a:lvl1pPr>
          </a:lstStyle>
          <a:p>
            <a:endParaRPr lang="ko-KR" altLang="en-US"/>
          </a:p>
        </p:txBody>
      </p:sp>
      <p:sp>
        <p:nvSpPr>
          <p:cNvPr id="6" name="Slide Number Placeholder 5"/>
          <p:cNvSpPr>
            <a:spLocks noGrp="1"/>
          </p:cNvSpPr>
          <p:nvPr>
            <p:ph type="sldNum" sz="quarter" idx="12"/>
          </p:nvPr>
        </p:nvSpPr>
        <p:spPr>
          <a:xfrm>
            <a:off x="9829403" y="6454880"/>
            <a:ext cx="1596084" cy="404708"/>
          </a:xfrm>
        </p:spPr>
        <p:txBody>
          <a:bodyPr/>
          <a:lstStyle>
            <a:lvl1pPr>
              <a:defRPr>
                <a:solidFill>
                  <a:schemeClr val="tx2"/>
                </a:solidFill>
              </a:defRPr>
            </a:lvl1pPr>
          </a:lstStyle>
          <a:p>
            <a:fld id="{EE6BC638-39B7-4287-91A7-2A3DDA573295}" type="slidenum">
              <a:rPr lang="ko-KR" altLang="en-US" smtClean="0"/>
              <a:pPr/>
              <a:t>‹#›</a:t>
            </a:fld>
            <a:endParaRPr lang="ko-KR" altLang="en-US"/>
          </a:p>
        </p:txBody>
      </p:sp>
      <p:sp>
        <p:nvSpPr>
          <p:cNvPr id="7" name="Freeform 6" title="Crop Mark"/>
          <p:cNvSpPr/>
          <p:nvPr/>
        </p:nvSpPr>
        <p:spPr bwMode="auto">
          <a:xfrm>
            <a:off x="8150901" y="1686042"/>
            <a:ext cx="3274587" cy="4409509"/>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171931516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tr-TR"/>
              <a:t>Asıl başlık stilini düzenlemek için tıklayın</a:t>
            </a:r>
            <a:endParaRPr lang="en-US" dirty="0"/>
          </a:p>
        </p:txBody>
      </p:sp>
      <p:sp>
        <p:nvSpPr>
          <p:cNvPr id="3" name="Content Placeholder 2"/>
          <p:cNvSpPr>
            <a:spLocks noGrp="1"/>
          </p:cNvSpPr>
          <p:nvPr>
            <p:ph sz="half" idx="1"/>
          </p:nvPr>
        </p:nvSpPr>
        <p:spPr>
          <a:xfrm>
            <a:off x="1371421" y="2286529"/>
            <a:ext cx="4447207" cy="3582230"/>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524554" y="2286529"/>
            <a:ext cx="4447207" cy="3582230"/>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42505170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a:xfrm>
            <a:off x="1371422" y="685959"/>
            <a:ext cx="9599950" cy="1486244"/>
          </a:xfrm>
        </p:spPr>
        <p:txBody>
          <a:bodyPr/>
          <a:lstStyle>
            <a:lvl1pPr>
              <a:defRPr>
                <a:solidFill>
                  <a:schemeClr val="tx2"/>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371421" y="2341406"/>
            <a:ext cx="4443406" cy="8241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371421" y="3305973"/>
            <a:ext cx="4443406" cy="2562786"/>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524164" y="2341406"/>
            <a:ext cx="4443406" cy="824103"/>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524164" y="3305973"/>
            <a:ext cx="4443406" cy="2562786"/>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1265483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25915514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3" name="Footer Placeholder 2"/>
          <p:cNvSpPr>
            <a:spLocks noGrp="1"/>
          </p:cNvSpPr>
          <p:nvPr>
            <p:ph type="ftr" sz="quarter" idx="11"/>
          </p:nvPr>
        </p:nvSpPr>
        <p:spPr/>
        <p:txBody>
          <a:bodyPr/>
          <a:lstStyle/>
          <a:p>
            <a:endParaRPr lang="ko-KR" altLang="en-US"/>
          </a:p>
        </p:txBody>
      </p:sp>
      <p:sp>
        <p:nvSpPr>
          <p:cNvPr id="4" name="Slide Number Placeholder 3"/>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1764642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title="Background Shape"/>
          <p:cNvSpPr/>
          <p:nvPr/>
        </p:nvSpPr>
        <p:spPr>
          <a:xfrm>
            <a:off x="0" y="376"/>
            <a:ext cx="5302830" cy="6859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806" y="685959"/>
            <a:ext cx="3855218" cy="2158384"/>
          </a:xfrm>
        </p:spPr>
        <p:txBody>
          <a:bodyPr anchor="t">
            <a:noAutofit/>
          </a:bodyPr>
          <a:lstStyle>
            <a:lvl1pPr>
              <a:lnSpc>
                <a:spcPct val="84000"/>
              </a:lnSpc>
              <a:defRPr sz="4800" baseline="0">
                <a:solidFill>
                  <a:schemeClr val="tx2"/>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6255205" y="685960"/>
            <a:ext cx="5211402" cy="5176448"/>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723806" y="2857006"/>
            <a:ext cx="3855218" cy="3011753"/>
          </a:xfrm>
        </p:spPr>
        <p:txBody>
          <a:bodyPr/>
          <a:lstStyle>
            <a:lvl1pPr marL="0" indent="0">
              <a:lnSpc>
                <a:spcPct val="113000"/>
              </a:lnSpc>
              <a:spcBef>
                <a:spcPts val="0"/>
              </a:spcBef>
              <a:spcAft>
                <a:spcPts val="1500"/>
              </a:spcAft>
              <a:buNone/>
              <a:defRPr sz="1600"/>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23806" y="6454880"/>
            <a:ext cx="1204415" cy="404708"/>
          </a:xfrm>
        </p:spPr>
        <p:txBody>
          <a:bodyPr/>
          <a:lstStyle>
            <a:lvl1pPr>
              <a:defRPr>
                <a:solidFill>
                  <a:schemeClr val="tx2"/>
                </a:solidFill>
              </a:defRPr>
            </a:lvl1pPr>
          </a:lstStyle>
          <a:p>
            <a:fld id="{ED3D6733-6F27-4404-AB51-585418F146E5}" type="datetimeFigureOut">
              <a:rPr lang="ko-KR" altLang="en-US" smtClean="0"/>
              <a:pPr/>
              <a:t>2021-12-20</a:t>
            </a:fld>
            <a:endParaRPr lang="ko-KR" altLang="en-US"/>
          </a:p>
        </p:txBody>
      </p:sp>
      <p:sp>
        <p:nvSpPr>
          <p:cNvPr id="6" name="Footer Placeholder 5"/>
          <p:cNvSpPr>
            <a:spLocks noGrp="1"/>
          </p:cNvSpPr>
          <p:nvPr>
            <p:ph type="ftr" sz="quarter" idx="11"/>
          </p:nvPr>
        </p:nvSpPr>
        <p:spPr>
          <a:xfrm>
            <a:off x="2205658" y="6454880"/>
            <a:ext cx="2373366" cy="404708"/>
          </a:xfrm>
        </p:spPr>
        <p:txBody>
          <a:bodyPr/>
          <a:lstStyle>
            <a:lvl1pPr>
              <a:defRPr>
                <a:solidFill>
                  <a:schemeClr val="tx2"/>
                </a:solidFill>
              </a:defRPr>
            </a:lvl1pPr>
          </a:lstStyle>
          <a:p>
            <a:endParaRPr lang="ko-KR" altLang="en-US"/>
          </a:p>
        </p:txBody>
      </p:sp>
      <p:sp>
        <p:nvSpPr>
          <p:cNvPr id="7" name="Slide Number Placeholder 6"/>
          <p:cNvSpPr>
            <a:spLocks noGrp="1"/>
          </p:cNvSpPr>
          <p:nvPr>
            <p:ph type="sldNum" sz="quarter" idx="12"/>
          </p:nvPr>
        </p:nvSpPr>
        <p:spPr>
          <a:xfrm>
            <a:off x="9881854" y="6454880"/>
            <a:ext cx="1596084" cy="404708"/>
          </a:xfrm>
        </p:spPr>
        <p:txBody>
          <a:bodyPr/>
          <a:lstStyle>
            <a:lvl1pPr>
              <a:defRPr>
                <a:solidFill>
                  <a:schemeClr val="tx2"/>
                </a:solidFill>
              </a:defRPr>
            </a:lvl1pPr>
          </a:lstStyle>
          <a:p>
            <a:fld id="{EE6BC638-39B7-4287-91A7-2A3DDA573295}" type="slidenum">
              <a:rPr lang="ko-KR" altLang="en-US" smtClean="0"/>
              <a:pPr/>
              <a:t>‹#›</a:t>
            </a:fld>
            <a:endParaRPr lang="ko-KR" altLang="en-US"/>
          </a:p>
        </p:txBody>
      </p:sp>
      <p:sp>
        <p:nvSpPr>
          <p:cNvPr id="9" name="Rectangle 8" title="Divider Bar"/>
          <p:cNvSpPr/>
          <p:nvPr/>
        </p:nvSpPr>
        <p:spPr>
          <a:xfrm>
            <a:off x="5302830" y="376"/>
            <a:ext cx="228570" cy="6859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740093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title="Background Shape"/>
          <p:cNvSpPr/>
          <p:nvPr/>
        </p:nvSpPr>
        <p:spPr>
          <a:xfrm>
            <a:off x="0" y="376"/>
            <a:ext cx="5302830" cy="68592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806" y="685959"/>
            <a:ext cx="3855218" cy="2158384"/>
          </a:xfrm>
        </p:spPr>
        <p:txBody>
          <a:bodyPr anchor="t">
            <a:normAutofit/>
          </a:bodyPr>
          <a:lstStyle>
            <a:lvl1pPr>
              <a:lnSpc>
                <a:spcPct val="84000"/>
              </a:lnSpc>
              <a:defRPr sz="4800" baseline="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5531400" y="1"/>
            <a:ext cx="6659013" cy="6859587"/>
          </a:xfrm>
        </p:spPr>
        <p:txBody>
          <a:bodyPr anchor="t">
            <a:normAutofit/>
          </a:bodyPr>
          <a:lstStyle>
            <a:lvl1pPr marL="0" indent="0">
              <a:buNone/>
              <a:defRPr sz="2000"/>
            </a:lvl1pPr>
            <a:lvl2pPr marL="457154" indent="0">
              <a:buNone/>
              <a:defRPr sz="2000"/>
            </a:lvl2pPr>
            <a:lvl3pPr marL="914309" indent="0">
              <a:buNone/>
              <a:defRPr sz="2000"/>
            </a:lvl3pPr>
            <a:lvl4pPr marL="1371463" indent="0">
              <a:buNone/>
              <a:defRPr sz="2000"/>
            </a:lvl4pPr>
            <a:lvl5pPr marL="1828617" indent="0">
              <a:buNone/>
              <a:defRPr sz="2000"/>
            </a:lvl5pPr>
            <a:lvl6pPr marL="2285771" indent="0">
              <a:buNone/>
              <a:defRPr sz="2000"/>
            </a:lvl6pPr>
            <a:lvl7pPr marL="2742926" indent="0">
              <a:buNone/>
              <a:defRPr sz="2000"/>
            </a:lvl7pPr>
            <a:lvl8pPr marL="3200080" indent="0">
              <a:buNone/>
              <a:defRPr sz="2000"/>
            </a:lvl8pPr>
            <a:lvl9pPr marL="3657234"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723806" y="2856629"/>
            <a:ext cx="3855218" cy="3012129"/>
          </a:xfrm>
        </p:spPr>
        <p:txBody>
          <a:bodyPr/>
          <a:lstStyle>
            <a:lvl1pPr marL="0" indent="0">
              <a:lnSpc>
                <a:spcPct val="113000"/>
              </a:lnSpc>
              <a:spcBef>
                <a:spcPts val="0"/>
              </a:spcBef>
              <a:spcAft>
                <a:spcPts val="1500"/>
              </a:spcAft>
              <a:buNone/>
              <a:defRPr sz="1600"/>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tr-TR"/>
              <a:t>Asıl metin stillerini düzenlemek için tıklayın</a:t>
            </a:r>
          </a:p>
        </p:txBody>
      </p:sp>
      <p:sp>
        <p:nvSpPr>
          <p:cNvPr id="5" name="Date Placeholder 4"/>
          <p:cNvSpPr>
            <a:spLocks noGrp="1"/>
          </p:cNvSpPr>
          <p:nvPr>
            <p:ph type="dt" sz="half" idx="10"/>
          </p:nvPr>
        </p:nvSpPr>
        <p:spPr>
          <a:xfrm>
            <a:off x="723806" y="6454880"/>
            <a:ext cx="1204415" cy="404708"/>
          </a:xfrm>
        </p:spPr>
        <p:txBody>
          <a:bodyPr/>
          <a:lstStyle>
            <a:lvl1pPr>
              <a:defRPr>
                <a:solidFill>
                  <a:schemeClr val="tx2"/>
                </a:solidFill>
              </a:defRPr>
            </a:lvl1pPr>
          </a:lstStyle>
          <a:p>
            <a:fld id="{ED3D6733-6F27-4404-AB51-585418F146E5}" type="datetimeFigureOut">
              <a:rPr lang="ko-KR" altLang="en-US" smtClean="0"/>
              <a:pPr/>
              <a:t>2021-12-20</a:t>
            </a:fld>
            <a:endParaRPr lang="ko-KR" altLang="en-US"/>
          </a:p>
        </p:txBody>
      </p:sp>
      <p:sp>
        <p:nvSpPr>
          <p:cNvPr id="6" name="Footer Placeholder 5"/>
          <p:cNvSpPr>
            <a:spLocks noGrp="1"/>
          </p:cNvSpPr>
          <p:nvPr>
            <p:ph type="ftr" sz="quarter" idx="11"/>
          </p:nvPr>
        </p:nvSpPr>
        <p:spPr>
          <a:xfrm>
            <a:off x="2205658" y="6454880"/>
            <a:ext cx="2373366" cy="404708"/>
          </a:xfrm>
        </p:spPr>
        <p:txBody>
          <a:bodyPr/>
          <a:lstStyle>
            <a:lvl1pPr>
              <a:defRPr>
                <a:solidFill>
                  <a:schemeClr val="tx2"/>
                </a:solidFill>
              </a:defRPr>
            </a:lvl1pPr>
          </a:lstStyle>
          <a:p>
            <a:endParaRPr lang="ko-KR" altLang="en-US"/>
          </a:p>
        </p:txBody>
      </p:sp>
      <p:sp>
        <p:nvSpPr>
          <p:cNvPr id="7" name="Slide Number Placeholder 6"/>
          <p:cNvSpPr>
            <a:spLocks noGrp="1"/>
          </p:cNvSpPr>
          <p:nvPr>
            <p:ph type="sldNum" sz="quarter" idx="12"/>
          </p:nvPr>
        </p:nvSpPr>
        <p:spPr>
          <a:xfrm>
            <a:off x="9881854" y="6454880"/>
            <a:ext cx="1596084" cy="404708"/>
          </a:xfrm>
        </p:spPr>
        <p:txBody>
          <a:bodyPr/>
          <a:lstStyle>
            <a:lvl1pPr>
              <a:defRPr>
                <a:solidFill>
                  <a:schemeClr val="tx2"/>
                </a:solidFill>
              </a:defRPr>
            </a:lvl1pPr>
          </a:lstStyle>
          <a:p>
            <a:fld id="{EE6BC638-39B7-4287-91A7-2A3DDA573295}" type="slidenum">
              <a:rPr lang="ko-KR" altLang="en-US" smtClean="0"/>
              <a:pPr/>
              <a:t>‹#›</a:t>
            </a:fld>
            <a:endParaRPr lang="ko-KR" altLang="en-US"/>
          </a:p>
        </p:txBody>
      </p:sp>
      <p:sp>
        <p:nvSpPr>
          <p:cNvPr id="9" name="Rectangle 8" title="Divider Bar"/>
          <p:cNvSpPr/>
          <p:nvPr/>
        </p:nvSpPr>
        <p:spPr>
          <a:xfrm>
            <a:off x="5302830" y="376"/>
            <a:ext cx="228570" cy="6859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89105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371422" y="2296057"/>
            <a:ext cx="9599950" cy="3572702"/>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3512985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5312" y="624301"/>
            <a:ext cx="1565562" cy="5244458"/>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371422" y="624301"/>
            <a:ext cx="8178576" cy="524445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39116374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ED5430D-BE29-45B2-9ECE-F702CC081072}"/>
              </a:ext>
            </a:extLst>
          </p:cNvPr>
          <p:cNvSpPr>
            <a:spLocks noGrp="1"/>
          </p:cNvSpPr>
          <p:nvPr>
            <p:ph type="ctrTitle"/>
          </p:nvPr>
        </p:nvSpPr>
        <p:spPr>
          <a:xfrm>
            <a:off x="1523802" y="1122623"/>
            <a:ext cx="9142810" cy="2388153"/>
          </a:xfrm>
        </p:spPr>
        <p:txBody>
          <a:bodyPr anchor="b"/>
          <a:lstStyle>
            <a:lvl1pPr algn="ctr">
              <a:defRPr sz="5999"/>
            </a:lvl1pPr>
          </a:lstStyle>
          <a:p>
            <a:r>
              <a:rPr lang="tr-TR"/>
              <a:t>Asıl başlık stilini düzenlemek için tıklayın</a:t>
            </a:r>
          </a:p>
        </p:txBody>
      </p:sp>
      <p:sp>
        <p:nvSpPr>
          <p:cNvPr id="3" name="Alt Başlık 2">
            <a:extLst>
              <a:ext uri="{FF2B5EF4-FFF2-40B4-BE49-F238E27FC236}">
                <a16:creationId xmlns:a16="http://schemas.microsoft.com/office/drawing/2014/main" id="{423BEF73-5261-4F39-AAE1-8868C92AD17F}"/>
              </a:ext>
            </a:extLst>
          </p:cNvPr>
          <p:cNvSpPr>
            <a:spLocks noGrp="1"/>
          </p:cNvSpPr>
          <p:nvPr>
            <p:ph type="subTitle" idx="1"/>
          </p:nvPr>
        </p:nvSpPr>
        <p:spPr>
          <a:xfrm>
            <a:off x="1523802" y="3602872"/>
            <a:ext cx="9142810" cy="1656145"/>
          </a:xfrm>
        </p:spPr>
        <p:txBody>
          <a:bodyPr/>
          <a:lstStyle>
            <a:lvl1pPr marL="0" indent="0" algn="ctr">
              <a:buNone/>
              <a:defRPr sz="2400"/>
            </a:lvl1pPr>
            <a:lvl2pPr marL="457154" indent="0" algn="ctr">
              <a:buNone/>
              <a:defRPr sz="2000"/>
            </a:lvl2pPr>
            <a:lvl3pPr marL="914309" indent="0" algn="ctr">
              <a:buNone/>
              <a:defRPr sz="1800"/>
            </a:lvl3pPr>
            <a:lvl4pPr marL="1371463" indent="0" algn="ctr">
              <a:buNone/>
              <a:defRPr sz="1600"/>
            </a:lvl4pPr>
            <a:lvl5pPr marL="1828617" indent="0" algn="ctr">
              <a:buNone/>
              <a:defRPr sz="1600"/>
            </a:lvl5pPr>
            <a:lvl6pPr marL="2285771" indent="0" algn="ctr">
              <a:buNone/>
              <a:defRPr sz="1600"/>
            </a:lvl6pPr>
            <a:lvl7pPr marL="2742926" indent="0" algn="ctr">
              <a:buNone/>
              <a:defRPr sz="1600"/>
            </a:lvl7pPr>
            <a:lvl8pPr marL="3200080" indent="0" algn="ctr">
              <a:buNone/>
              <a:defRPr sz="1600"/>
            </a:lvl8pPr>
            <a:lvl9pPr marL="3657234"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405665E5-4FAB-44F3-9EFB-0F1E3C218A68}"/>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Alt Bilgi Yer Tutucusu 4">
            <a:extLst>
              <a:ext uri="{FF2B5EF4-FFF2-40B4-BE49-F238E27FC236}">
                <a16:creationId xmlns:a16="http://schemas.microsoft.com/office/drawing/2014/main" id="{F145D4CE-0B67-497B-81BC-7F2013625114}"/>
              </a:ext>
            </a:extLst>
          </p:cNvPr>
          <p:cNvSpPr>
            <a:spLocks noGrp="1"/>
          </p:cNvSpPr>
          <p:nvPr>
            <p:ph type="ftr" sz="quarter" idx="11"/>
          </p:nvPr>
        </p:nvSpPr>
        <p:spPr/>
        <p:txBody>
          <a:bodyPr/>
          <a:lstStyle/>
          <a:p>
            <a:endParaRPr lang="ko-KR" altLang="en-US"/>
          </a:p>
        </p:txBody>
      </p:sp>
      <p:sp>
        <p:nvSpPr>
          <p:cNvPr id="6" name="Slayt Numarası Yer Tutucusu 5">
            <a:extLst>
              <a:ext uri="{FF2B5EF4-FFF2-40B4-BE49-F238E27FC236}">
                <a16:creationId xmlns:a16="http://schemas.microsoft.com/office/drawing/2014/main" id="{57D9AE9D-8C03-4D8F-B023-AB4FB8E0B1B1}"/>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9220214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AF38E72-BC9D-4ADF-8AA7-D787C54EFF37}"/>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6DA2EEA2-3609-49FC-8B25-05D7404E3C31}"/>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2E652310-7B45-4DB9-BDFD-2F0CB08064B0}"/>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Alt Bilgi Yer Tutucusu 4">
            <a:extLst>
              <a:ext uri="{FF2B5EF4-FFF2-40B4-BE49-F238E27FC236}">
                <a16:creationId xmlns:a16="http://schemas.microsoft.com/office/drawing/2014/main" id="{EE268A04-1614-489C-B43B-9FA38B72170B}"/>
              </a:ext>
            </a:extLst>
          </p:cNvPr>
          <p:cNvSpPr>
            <a:spLocks noGrp="1"/>
          </p:cNvSpPr>
          <p:nvPr>
            <p:ph type="ftr" sz="quarter" idx="11"/>
          </p:nvPr>
        </p:nvSpPr>
        <p:spPr/>
        <p:txBody>
          <a:bodyPr/>
          <a:lstStyle/>
          <a:p>
            <a:endParaRPr lang="ko-KR" altLang="en-US"/>
          </a:p>
        </p:txBody>
      </p:sp>
      <p:sp>
        <p:nvSpPr>
          <p:cNvPr id="6" name="Slayt Numarası Yer Tutucusu 5">
            <a:extLst>
              <a:ext uri="{FF2B5EF4-FFF2-40B4-BE49-F238E27FC236}">
                <a16:creationId xmlns:a16="http://schemas.microsoft.com/office/drawing/2014/main" id="{8A4181C3-C9A0-44F5-9CC9-2E33C9D6C46A}"/>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2798041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ECD8124-BA54-4990-9424-7ACCEDD48B9D}"/>
              </a:ext>
            </a:extLst>
          </p:cNvPr>
          <p:cNvSpPr>
            <a:spLocks noGrp="1"/>
          </p:cNvSpPr>
          <p:nvPr>
            <p:ph type="title"/>
          </p:nvPr>
        </p:nvSpPr>
        <p:spPr>
          <a:xfrm>
            <a:off x="831742" y="1710134"/>
            <a:ext cx="10514231" cy="2853398"/>
          </a:xfrm>
        </p:spPr>
        <p:txBody>
          <a:bodyPr anchor="b"/>
          <a:lstStyle>
            <a:lvl1pPr>
              <a:defRPr sz="5999"/>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3234D8FD-EABB-4EB0-8B16-BE921C24F30A}"/>
              </a:ext>
            </a:extLst>
          </p:cNvPr>
          <p:cNvSpPr>
            <a:spLocks noGrp="1"/>
          </p:cNvSpPr>
          <p:nvPr>
            <p:ph type="body" idx="1"/>
          </p:nvPr>
        </p:nvSpPr>
        <p:spPr>
          <a:xfrm>
            <a:off x="831742" y="4590526"/>
            <a:ext cx="10514231" cy="1500534"/>
          </a:xfrm>
        </p:spPr>
        <p:txBody>
          <a:bodyPr/>
          <a:lstStyle>
            <a:lvl1pPr marL="0" indent="0">
              <a:buNone/>
              <a:defRPr sz="2400">
                <a:solidFill>
                  <a:schemeClr val="tx1">
                    <a:tint val="75000"/>
                  </a:schemeClr>
                </a:solidFill>
              </a:defRPr>
            </a:lvl1pPr>
            <a:lvl2pPr marL="457154" indent="0">
              <a:buNone/>
              <a:defRPr sz="2000">
                <a:solidFill>
                  <a:schemeClr val="tx1">
                    <a:tint val="75000"/>
                  </a:schemeClr>
                </a:solidFill>
              </a:defRPr>
            </a:lvl2pPr>
            <a:lvl3pPr marL="914309" indent="0">
              <a:buNone/>
              <a:defRPr sz="1800">
                <a:solidFill>
                  <a:schemeClr val="tx1">
                    <a:tint val="75000"/>
                  </a:schemeClr>
                </a:solidFill>
              </a:defRPr>
            </a:lvl3pPr>
            <a:lvl4pPr marL="1371463" indent="0">
              <a:buNone/>
              <a:defRPr sz="1600">
                <a:solidFill>
                  <a:schemeClr val="tx1">
                    <a:tint val="75000"/>
                  </a:schemeClr>
                </a:solidFill>
              </a:defRPr>
            </a:lvl4pPr>
            <a:lvl5pPr marL="1828617" indent="0">
              <a:buNone/>
              <a:defRPr sz="1600">
                <a:solidFill>
                  <a:schemeClr val="tx1">
                    <a:tint val="75000"/>
                  </a:schemeClr>
                </a:solidFill>
              </a:defRPr>
            </a:lvl5pPr>
            <a:lvl6pPr marL="2285771" indent="0">
              <a:buNone/>
              <a:defRPr sz="1600">
                <a:solidFill>
                  <a:schemeClr val="tx1">
                    <a:tint val="75000"/>
                  </a:schemeClr>
                </a:solidFill>
              </a:defRPr>
            </a:lvl6pPr>
            <a:lvl7pPr marL="2742926" indent="0">
              <a:buNone/>
              <a:defRPr sz="1600">
                <a:solidFill>
                  <a:schemeClr val="tx1">
                    <a:tint val="75000"/>
                  </a:schemeClr>
                </a:solidFill>
              </a:defRPr>
            </a:lvl7pPr>
            <a:lvl8pPr marL="3200080" indent="0">
              <a:buNone/>
              <a:defRPr sz="1600">
                <a:solidFill>
                  <a:schemeClr val="tx1">
                    <a:tint val="75000"/>
                  </a:schemeClr>
                </a:solidFill>
              </a:defRPr>
            </a:lvl8pPr>
            <a:lvl9pPr marL="3657234" indent="0">
              <a:buNone/>
              <a:defRPr sz="1600">
                <a:solidFill>
                  <a:schemeClr val="tx1">
                    <a:tint val="75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60A601E3-4F9D-4922-AB3A-AD00BA05578B}"/>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Alt Bilgi Yer Tutucusu 4">
            <a:extLst>
              <a:ext uri="{FF2B5EF4-FFF2-40B4-BE49-F238E27FC236}">
                <a16:creationId xmlns:a16="http://schemas.microsoft.com/office/drawing/2014/main" id="{40B99979-3E20-4289-84E5-E905972B3BF1}"/>
              </a:ext>
            </a:extLst>
          </p:cNvPr>
          <p:cNvSpPr>
            <a:spLocks noGrp="1"/>
          </p:cNvSpPr>
          <p:nvPr>
            <p:ph type="ftr" sz="quarter" idx="11"/>
          </p:nvPr>
        </p:nvSpPr>
        <p:spPr/>
        <p:txBody>
          <a:bodyPr/>
          <a:lstStyle/>
          <a:p>
            <a:endParaRPr lang="ko-KR" altLang="en-US"/>
          </a:p>
        </p:txBody>
      </p:sp>
      <p:sp>
        <p:nvSpPr>
          <p:cNvPr id="6" name="Slayt Numarası Yer Tutucusu 5">
            <a:extLst>
              <a:ext uri="{FF2B5EF4-FFF2-40B4-BE49-F238E27FC236}">
                <a16:creationId xmlns:a16="http://schemas.microsoft.com/office/drawing/2014/main" id="{C4DBBBFC-B94B-40BC-B347-F74FD5E02E98}"/>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13379580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596B6564-44C3-4CB1-B82D-E322CBD781FC}"/>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B9AFEE2F-87BA-4F85-8382-369E6F544AA6}"/>
              </a:ext>
            </a:extLst>
          </p:cNvPr>
          <p:cNvSpPr>
            <a:spLocks noGrp="1"/>
          </p:cNvSpPr>
          <p:nvPr>
            <p:ph sz="half" idx="1"/>
          </p:nvPr>
        </p:nvSpPr>
        <p:spPr>
          <a:xfrm>
            <a:off x="838091" y="1826048"/>
            <a:ext cx="5180926" cy="4352346"/>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B0772F85-AE0D-4BC7-812B-8DA32DE5930F}"/>
              </a:ext>
            </a:extLst>
          </p:cNvPr>
          <p:cNvSpPr>
            <a:spLocks noGrp="1"/>
          </p:cNvSpPr>
          <p:nvPr>
            <p:ph sz="half" idx="2"/>
          </p:nvPr>
        </p:nvSpPr>
        <p:spPr>
          <a:xfrm>
            <a:off x="6171396" y="1826048"/>
            <a:ext cx="5180926" cy="4352346"/>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96869DF1-61BF-4A66-B83F-FA8A7F239A03}"/>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6" name="Alt Bilgi Yer Tutucusu 5">
            <a:extLst>
              <a:ext uri="{FF2B5EF4-FFF2-40B4-BE49-F238E27FC236}">
                <a16:creationId xmlns:a16="http://schemas.microsoft.com/office/drawing/2014/main" id="{E056FC85-CAFD-4DCA-B927-B590AB2D2F86}"/>
              </a:ext>
            </a:extLst>
          </p:cNvPr>
          <p:cNvSpPr>
            <a:spLocks noGrp="1"/>
          </p:cNvSpPr>
          <p:nvPr>
            <p:ph type="ftr" sz="quarter" idx="11"/>
          </p:nvPr>
        </p:nvSpPr>
        <p:spPr/>
        <p:txBody>
          <a:bodyPr/>
          <a:lstStyle/>
          <a:p>
            <a:endParaRPr lang="ko-KR" altLang="en-US"/>
          </a:p>
        </p:txBody>
      </p:sp>
      <p:sp>
        <p:nvSpPr>
          <p:cNvPr id="7" name="Slayt Numarası Yer Tutucusu 6">
            <a:extLst>
              <a:ext uri="{FF2B5EF4-FFF2-40B4-BE49-F238E27FC236}">
                <a16:creationId xmlns:a16="http://schemas.microsoft.com/office/drawing/2014/main" id="{7FE75657-7865-48C0-BA9B-23025C54B485}"/>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42291669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3F5FCF5-B481-49DC-94CC-25FFE0396BA1}"/>
              </a:ext>
            </a:extLst>
          </p:cNvPr>
          <p:cNvSpPr>
            <a:spLocks noGrp="1"/>
          </p:cNvSpPr>
          <p:nvPr>
            <p:ph type="title"/>
          </p:nvPr>
        </p:nvSpPr>
        <p:spPr>
          <a:xfrm>
            <a:off x="839679" y="365210"/>
            <a:ext cx="10514231" cy="1325870"/>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B1BB05FC-9C7D-4B36-B8EA-0244CDA672C8}"/>
              </a:ext>
            </a:extLst>
          </p:cNvPr>
          <p:cNvSpPr>
            <a:spLocks noGrp="1"/>
          </p:cNvSpPr>
          <p:nvPr>
            <p:ph type="body" idx="1"/>
          </p:nvPr>
        </p:nvSpPr>
        <p:spPr>
          <a:xfrm>
            <a:off x="839679" y="1681552"/>
            <a:ext cx="5157116" cy="824103"/>
          </a:xfrm>
        </p:spPr>
        <p:txBody>
          <a:bodyPr anchor="b"/>
          <a:lstStyle>
            <a:lvl1pPr marL="0" indent="0">
              <a:buNone/>
              <a:defRPr sz="2400" b="1"/>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0CAB08F8-CB42-4606-B801-62A75CA4947C}"/>
              </a:ext>
            </a:extLst>
          </p:cNvPr>
          <p:cNvSpPr>
            <a:spLocks noGrp="1"/>
          </p:cNvSpPr>
          <p:nvPr>
            <p:ph sz="half" idx="2"/>
          </p:nvPr>
        </p:nvSpPr>
        <p:spPr>
          <a:xfrm>
            <a:off x="839679" y="2505655"/>
            <a:ext cx="5157116" cy="368544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179DEE94-5AA2-44C8-88CF-95D4008FA07D}"/>
              </a:ext>
            </a:extLst>
          </p:cNvPr>
          <p:cNvSpPr>
            <a:spLocks noGrp="1"/>
          </p:cNvSpPr>
          <p:nvPr>
            <p:ph type="body" sz="quarter" idx="3"/>
          </p:nvPr>
        </p:nvSpPr>
        <p:spPr>
          <a:xfrm>
            <a:off x="6171397" y="1681552"/>
            <a:ext cx="5182513" cy="824103"/>
          </a:xfrm>
        </p:spPr>
        <p:txBody>
          <a:bodyPr anchor="b"/>
          <a:lstStyle>
            <a:lvl1pPr marL="0" indent="0">
              <a:buNone/>
              <a:defRPr sz="2400" b="1"/>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0A6FFDB5-220B-424D-BB9F-6B4F0600376F}"/>
              </a:ext>
            </a:extLst>
          </p:cNvPr>
          <p:cNvSpPr>
            <a:spLocks noGrp="1"/>
          </p:cNvSpPr>
          <p:nvPr>
            <p:ph sz="quarter" idx="4"/>
          </p:nvPr>
        </p:nvSpPr>
        <p:spPr>
          <a:xfrm>
            <a:off x="6171397" y="2505655"/>
            <a:ext cx="5182513" cy="368544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54CD59CC-2EC0-44C9-AC8A-AEA253315018}"/>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8" name="Alt Bilgi Yer Tutucusu 7">
            <a:extLst>
              <a:ext uri="{FF2B5EF4-FFF2-40B4-BE49-F238E27FC236}">
                <a16:creationId xmlns:a16="http://schemas.microsoft.com/office/drawing/2014/main" id="{ADD6D999-0F64-4154-AFB6-45E411D6B9B7}"/>
              </a:ext>
            </a:extLst>
          </p:cNvPr>
          <p:cNvSpPr>
            <a:spLocks noGrp="1"/>
          </p:cNvSpPr>
          <p:nvPr>
            <p:ph type="ftr" sz="quarter" idx="11"/>
          </p:nvPr>
        </p:nvSpPr>
        <p:spPr/>
        <p:txBody>
          <a:bodyPr/>
          <a:lstStyle/>
          <a:p>
            <a:endParaRPr lang="ko-KR" altLang="en-US"/>
          </a:p>
        </p:txBody>
      </p:sp>
      <p:sp>
        <p:nvSpPr>
          <p:cNvPr id="9" name="Slayt Numarası Yer Tutucusu 8">
            <a:extLst>
              <a:ext uri="{FF2B5EF4-FFF2-40B4-BE49-F238E27FC236}">
                <a16:creationId xmlns:a16="http://schemas.microsoft.com/office/drawing/2014/main" id="{BA9019BE-F94F-43D7-A8CB-8E0CF16876C6}"/>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37386628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8ABF802-A436-43E4-A319-23D573805388}"/>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FCA6E005-71F0-4199-8B9A-A0A87B92E60D}"/>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4" name="Alt Bilgi Yer Tutucusu 3">
            <a:extLst>
              <a:ext uri="{FF2B5EF4-FFF2-40B4-BE49-F238E27FC236}">
                <a16:creationId xmlns:a16="http://schemas.microsoft.com/office/drawing/2014/main" id="{909FEA28-0BFD-4ABD-8DC5-EC93D0E20381}"/>
              </a:ext>
            </a:extLst>
          </p:cNvPr>
          <p:cNvSpPr>
            <a:spLocks noGrp="1"/>
          </p:cNvSpPr>
          <p:nvPr>
            <p:ph type="ftr" sz="quarter" idx="11"/>
          </p:nvPr>
        </p:nvSpPr>
        <p:spPr/>
        <p:txBody>
          <a:bodyPr/>
          <a:lstStyle/>
          <a:p>
            <a:endParaRPr lang="ko-KR" altLang="en-US"/>
          </a:p>
        </p:txBody>
      </p:sp>
      <p:sp>
        <p:nvSpPr>
          <p:cNvPr id="5" name="Slayt Numarası Yer Tutucusu 4">
            <a:extLst>
              <a:ext uri="{FF2B5EF4-FFF2-40B4-BE49-F238E27FC236}">
                <a16:creationId xmlns:a16="http://schemas.microsoft.com/office/drawing/2014/main" id="{559B245A-257D-44A8-8FB9-67D69887CBB1}"/>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4137494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8651F2E3-D34B-42BF-B253-C0CAB3BC0DE7}"/>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3" name="Alt Bilgi Yer Tutucusu 2">
            <a:extLst>
              <a:ext uri="{FF2B5EF4-FFF2-40B4-BE49-F238E27FC236}">
                <a16:creationId xmlns:a16="http://schemas.microsoft.com/office/drawing/2014/main" id="{4C95B9F2-989B-4D93-9D50-54D4D3643F67}"/>
              </a:ext>
            </a:extLst>
          </p:cNvPr>
          <p:cNvSpPr>
            <a:spLocks noGrp="1"/>
          </p:cNvSpPr>
          <p:nvPr>
            <p:ph type="ftr" sz="quarter" idx="11"/>
          </p:nvPr>
        </p:nvSpPr>
        <p:spPr/>
        <p:txBody>
          <a:bodyPr/>
          <a:lstStyle/>
          <a:p>
            <a:endParaRPr lang="ko-KR" altLang="en-US"/>
          </a:p>
        </p:txBody>
      </p:sp>
      <p:sp>
        <p:nvSpPr>
          <p:cNvPr id="4" name="Slayt Numarası Yer Tutucusu 3">
            <a:extLst>
              <a:ext uri="{FF2B5EF4-FFF2-40B4-BE49-F238E27FC236}">
                <a16:creationId xmlns:a16="http://schemas.microsoft.com/office/drawing/2014/main" id="{D70095CA-575F-4449-B372-886BA02FEA57}"/>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60929253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36BBF5B-C07A-4326-A075-33357D7F12F6}"/>
              </a:ext>
            </a:extLst>
          </p:cNvPr>
          <p:cNvSpPr>
            <a:spLocks noGrp="1"/>
          </p:cNvSpPr>
          <p:nvPr>
            <p:ph type="title"/>
          </p:nvPr>
        </p:nvSpPr>
        <p:spPr>
          <a:xfrm>
            <a:off x="839679" y="457306"/>
            <a:ext cx="3931725" cy="1600571"/>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50CF4792-FF7F-4AE1-AF64-49EBFB7E3B67}"/>
              </a:ext>
            </a:extLst>
          </p:cNvPr>
          <p:cNvSpPr>
            <a:spLocks noGrp="1"/>
          </p:cNvSpPr>
          <p:nvPr>
            <p:ph idx="1"/>
          </p:nvPr>
        </p:nvSpPr>
        <p:spPr>
          <a:xfrm>
            <a:off x="5182513" y="987654"/>
            <a:ext cx="6171397" cy="487475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B9F2995E-05EE-4F26-AFDA-12191837743C}"/>
              </a:ext>
            </a:extLst>
          </p:cNvPr>
          <p:cNvSpPr>
            <a:spLocks noGrp="1"/>
          </p:cNvSpPr>
          <p:nvPr>
            <p:ph type="body" sz="half" idx="2"/>
          </p:nvPr>
        </p:nvSpPr>
        <p:spPr>
          <a:xfrm>
            <a:off x="839679" y="2057876"/>
            <a:ext cx="3931725" cy="3812471"/>
          </a:xfrm>
        </p:spPr>
        <p:txBody>
          <a:bodyPr/>
          <a:lstStyle>
            <a:lvl1pPr marL="0" indent="0">
              <a:buNone/>
              <a:defRPr sz="1600"/>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3C6F4ABF-BFAA-435C-B8EB-FA313B6EFBE8}"/>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6" name="Alt Bilgi Yer Tutucusu 5">
            <a:extLst>
              <a:ext uri="{FF2B5EF4-FFF2-40B4-BE49-F238E27FC236}">
                <a16:creationId xmlns:a16="http://schemas.microsoft.com/office/drawing/2014/main" id="{A8FB50E6-19E9-407F-9EFE-0E4BD83F5659}"/>
              </a:ext>
            </a:extLst>
          </p:cNvPr>
          <p:cNvSpPr>
            <a:spLocks noGrp="1"/>
          </p:cNvSpPr>
          <p:nvPr>
            <p:ph type="ftr" sz="quarter" idx="11"/>
          </p:nvPr>
        </p:nvSpPr>
        <p:spPr/>
        <p:txBody>
          <a:bodyPr/>
          <a:lstStyle/>
          <a:p>
            <a:endParaRPr lang="ko-KR" altLang="en-US"/>
          </a:p>
        </p:txBody>
      </p:sp>
      <p:sp>
        <p:nvSpPr>
          <p:cNvPr id="7" name="Slayt Numarası Yer Tutucusu 6">
            <a:extLst>
              <a:ext uri="{FF2B5EF4-FFF2-40B4-BE49-F238E27FC236}">
                <a16:creationId xmlns:a16="http://schemas.microsoft.com/office/drawing/2014/main" id="{9C4888E9-F942-41E7-9598-C02F7658E9CD}"/>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38356871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8D54A42D-12B1-44D3-BAE1-346EE7B1E879}"/>
              </a:ext>
            </a:extLst>
          </p:cNvPr>
          <p:cNvSpPr>
            <a:spLocks noGrp="1"/>
          </p:cNvSpPr>
          <p:nvPr>
            <p:ph type="title"/>
          </p:nvPr>
        </p:nvSpPr>
        <p:spPr>
          <a:xfrm>
            <a:off x="839679" y="457306"/>
            <a:ext cx="3931725" cy="1600571"/>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2CCD1E7C-0FFC-4EC4-B78E-FAC73A581CDD}"/>
              </a:ext>
            </a:extLst>
          </p:cNvPr>
          <p:cNvSpPr>
            <a:spLocks noGrp="1"/>
          </p:cNvSpPr>
          <p:nvPr>
            <p:ph type="pic" idx="1"/>
          </p:nvPr>
        </p:nvSpPr>
        <p:spPr>
          <a:xfrm>
            <a:off x="5182513" y="987654"/>
            <a:ext cx="6171397" cy="4874754"/>
          </a:xfrm>
        </p:spPr>
        <p:txBody>
          <a:bodyPr/>
          <a:lstStyle>
            <a:lvl1pPr marL="0" indent="0">
              <a:buNone/>
              <a:defRPr sz="3200"/>
            </a:lvl1pPr>
            <a:lvl2pPr marL="457154" indent="0">
              <a:buNone/>
              <a:defRPr sz="2800"/>
            </a:lvl2pPr>
            <a:lvl3pPr marL="914309" indent="0">
              <a:buNone/>
              <a:defRPr sz="2400"/>
            </a:lvl3pPr>
            <a:lvl4pPr marL="1371463" indent="0">
              <a:buNone/>
              <a:defRPr sz="2000"/>
            </a:lvl4pPr>
            <a:lvl5pPr marL="1828617" indent="0">
              <a:buNone/>
              <a:defRPr sz="2000"/>
            </a:lvl5pPr>
            <a:lvl6pPr marL="2285771" indent="0">
              <a:buNone/>
              <a:defRPr sz="2000"/>
            </a:lvl6pPr>
            <a:lvl7pPr marL="2742926" indent="0">
              <a:buNone/>
              <a:defRPr sz="2000"/>
            </a:lvl7pPr>
            <a:lvl8pPr marL="3200080" indent="0">
              <a:buNone/>
              <a:defRPr sz="2000"/>
            </a:lvl8pPr>
            <a:lvl9pPr marL="3657234" indent="0">
              <a:buNone/>
              <a:defRPr sz="2000"/>
            </a:lvl9pPr>
          </a:lstStyle>
          <a:p>
            <a:endParaRPr lang="tr-TR"/>
          </a:p>
        </p:txBody>
      </p:sp>
      <p:sp>
        <p:nvSpPr>
          <p:cNvPr id="4" name="Metin Yer Tutucusu 3">
            <a:extLst>
              <a:ext uri="{FF2B5EF4-FFF2-40B4-BE49-F238E27FC236}">
                <a16:creationId xmlns:a16="http://schemas.microsoft.com/office/drawing/2014/main" id="{A71A4B77-6CC1-4AC2-A6ED-0D24F1701B0C}"/>
              </a:ext>
            </a:extLst>
          </p:cNvPr>
          <p:cNvSpPr>
            <a:spLocks noGrp="1"/>
          </p:cNvSpPr>
          <p:nvPr>
            <p:ph type="body" sz="half" idx="2"/>
          </p:nvPr>
        </p:nvSpPr>
        <p:spPr>
          <a:xfrm>
            <a:off x="839679" y="2057876"/>
            <a:ext cx="3931725" cy="3812471"/>
          </a:xfrm>
        </p:spPr>
        <p:txBody>
          <a:bodyPr/>
          <a:lstStyle>
            <a:lvl1pPr marL="0" indent="0">
              <a:buNone/>
              <a:defRPr sz="1600"/>
            </a:lvl1pPr>
            <a:lvl2pPr marL="457154" indent="0">
              <a:buNone/>
              <a:defRPr sz="1400"/>
            </a:lvl2pPr>
            <a:lvl3pPr marL="914309" indent="0">
              <a:buNone/>
              <a:defRPr sz="1200"/>
            </a:lvl3pPr>
            <a:lvl4pPr marL="1371463" indent="0">
              <a:buNone/>
              <a:defRPr sz="1000"/>
            </a:lvl4pPr>
            <a:lvl5pPr marL="1828617" indent="0">
              <a:buNone/>
              <a:defRPr sz="1000"/>
            </a:lvl5pPr>
            <a:lvl6pPr marL="2285771" indent="0">
              <a:buNone/>
              <a:defRPr sz="1000"/>
            </a:lvl6pPr>
            <a:lvl7pPr marL="2742926" indent="0">
              <a:buNone/>
              <a:defRPr sz="1000"/>
            </a:lvl7pPr>
            <a:lvl8pPr marL="3200080" indent="0">
              <a:buNone/>
              <a:defRPr sz="1000"/>
            </a:lvl8pPr>
            <a:lvl9pPr marL="3657234"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97F6BAB5-1418-43ED-BA7A-E5475743E877}"/>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6" name="Alt Bilgi Yer Tutucusu 5">
            <a:extLst>
              <a:ext uri="{FF2B5EF4-FFF2-40B4-BE49-F238E27FC236}">
                <a16:creationId xmlns:a16="http://schemas.microsoft.com/office/drawing/2014/main" id="{8FA831FD-FAA7-48E7-BCA0-8DDBFD4C019C}"/>
              </a:ext>
            </a:extLst>
          </p:cNvPr>
          <p:cNvSpPr>
            <a:spLocks noGrp="1"/>
          </p:cNvSpPr>
          <p:nvPr>
            <p:ph type="ftr" sz="quarter" idx="11"/>
          </p:nvPr>
        </p:nvSpPr>
        <p:spPr/>
        <p:txBody>
          <a:bodyPr/>
          <a:lstStyle/>
          <a:p>
            <a:endParaRPr lang="ko-KR" altLang="en-US"/>
          </a:p>
        </p:txBody>
      </p:sp>
      <p:sp>
        <p:nvSpPr>
          <p:cNvPr id="7" name="Slayt Numarası Yer Tutucusu 6">
            <a:extLst>
              <a:ext uri="{FF2B5EF4-FFF2-40B4-BE49-F238E27FC236}">
                <a16:creationId xmlns:a16="http://schemas.microsoft.com/office/drawing/2014/main" id="{E3DD24C1-4620-4503-AD1B-741674734EE5}"/>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322784834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109490BD-27D5-4571-8057-DBCD46709512}"/>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A17F85B8-EFCA-4325-98EE-F893C344B1EB}"/>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0CF3254A-07F1-4960-AFCD-6B84B47CA860}"/>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Alt Bilgi Yer Tutucusu 4">
            <a:extLst>
              <a:ext uri="{FF2B5EF4-FFF2-40B4-BE49-F238E27FC236}">
                <a16:creationId xmlns:a16="http://schemas.microsoft.com/office/drawing/2014/main" id="{6016FF8B-27B9-4F49-A994-0B030956976B}"/>
              </a:ext>
            </a:extLst>
          </p:cNvPr>
          <p:cNvSpPr>
            <a:spLocks noGrp="1"/>
          </p:cNvSpPr>
          <p:nvPr>
            <p:ph type="ftr" sz="quarter" idx="11"/>
          </p:nvPr>
        </p:nvSpPr>
        <p:spPr/>
        <p:txBody>
          <a:bodyPr/>
          <a:lstStyle/>
          <a:p>
            <a:endParaRPr lang="ko-KR" altLang="en-US"/>
          </a:p>
        </p:txBody>
      </p:sp>
      <p:sp>
        <p:nvSpPr>
          <p:cNvPr id="6" name="Slayt Numarası Yer Tutucusu 5">
            <a:extLst>
              <a:ext uri="{FF2B5EF4-FFF2-40B4-BE49-F238E27FC236}">
                <a16:creationId xmlns:a16="http://schemas.microsoft.com/office/drawing/2014/main" id="{12AC2827-3655-4127-A441-B827D92F6C29}"/>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2134121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124B9C67-5954-435A-BB5B-3469BA7ECCB2}"/>
              </a:ext>
            </a:extLst>
          </p:cNvPr>
          <p:cNvSpPr>
            <a:spLocks noGrp="1"/>
          </p:cNvSpPr>
          <p:nvPr>
            <p:ph type="title" orient="vert"/>
          </p:nvPr>
        </p:nvSpPr>
        <p:spPr>
          <a:xfrm>
            <a:off x="8723764" y="365209"/>
            <a:ext cx="2628558" cy="5813184"/>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BB70385E-7928-4F40-9A06-4BA8C47B115A}"/>
              </a:ext>
            </a:extLst>
          </p:cNvPr>
          <p:cNvSpPr>
            <a:spLocks noGrp="1"/>
          </p:cNvSpPr>
          <p:nvPr>
            <p:ph type="body" orient="vert" idx="1"/>
          </p:nvPr>
        </p:nvSpPr>
        <p:spPr>
          <a:xfrm>
            <a:off x="838091" y="365209"/>
            <a:ext cx="7733293" cy="5813184"/>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B78A3966-3D62-4DE8-A383-8E821AB983BC}"/>
              </a:ext>
            </a:extLst>
          </p:cNvPr>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Alt Bilgi Yer Tutucusu 4">
            <a:extLst>
              <a:ext uri="{FF2B5EF4-FFF2-40B4-BE49-F238E27FC236}">
                <a16:creationId xmlns:a16="http://schemas.microsoft.com/office/drawing/2014/main" id="{5866FDC8-C612-4F6E-A48E-01EE8F784EC2}"/>
              </a:ext>
            </a:extLst>
          </p:cNvPr>
          <p:cNvSpPr>
            <a:spLocks noGrp="1"/>
          </p:cNvSpPr>
          <p:nvPr>
            <p:ph type="ftr" sz="quarter" idx="11"/>
          </p:nvPr>
        </p:nvSpPr>
        <p:spPr/>
        <p:txBody>
          <a:bodyPr/>
          <a:lstStyle/>
          <a:p>
            <a:endParaRPr lang="ko-KR" altLang="en-US"/>
          </a:p>
        </p:txBody>
      </p:sp>
      <p:sp>
        <p:nvSpPr>
          <p:cNvPr id="6" name="Slayt Numarası Yer Tutucusu 5">
            <a:extLst>
              <a:ext uri="{FF2B5EF4-FFF2-40B4-BE49-F238E27FC236}">
                <a16:creationId xmlns:a16="http://schemas.microsoft.com/office/drawing/2014/main" id="{79EC6047-2CA7-44F5-9FA1-B24D3A633639}"/>
              </a:ext>
            </a:extLst>
          </p:cNvPr>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31964769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제목 슬라이드">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240"/>
            <a:ext cx="12190410" cy="6857105"/>
          </a:xfrm>
          <a:prstGeom prst="rect">
            <a:avLst/>
          </a:prstGeom>
        </p:spPr>
      </p:pic>
      <p:sp>
        <p:nvSpPr>
          <p:cNvPr id="3" name="자유형 2"/>
          <p:cNvSpPr/>
          <p:nvPr userDrawn="1"/>
        </p:nvSpPr>
        <p:spPr>
          <a:xfrm>
            <a:off x="4983892" y="-16476"/>
            <a:ext cx="7208108" cy="6886833"/>
          </a:xfrm>
          <a:custGeom>
            <a:avLst/>
            <a:gdLst>
              <a:gd name="connsiteX0" fmla="*/ 7208108 w 7208108"/>
              <a:gd name="connsiteY0" fmla="*/ 0 h 6886833"/>
              <a:gd name="connsiteX1" fmla="*/ 7199870 w 7208108"/>
              <a:gd name="connsiteY1" fmla="*/ 6886833 h 6886833"/>
              <a:gd name="connsiteX2" fmla="*/ 6153665 w 7208108"/>
              <a:gd name="connsiteY2" fmla="*/ 6878595 h 6886833"/>
              <a:gd name="connsiteX3" fmla="*/ 0 w 7208108"/>
              <a:gd name="connsiteY3" fmla="*/ 3608173 h 6886833"/>
              <a:gd name="connsiteX4" fmla="*/ 5107459 w 7208108"/>
              <a:gd name="connsiteY4" fmla="*/ 8238 h 6886833"/>
              <a:gd name="connsiteX5" fmla="*/ 7208108 w 7208108"/>
              <a:gd name="connsiteY5" fmla="*/ 0 h 6886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08108" h="6886833">
                <a:moveTo>
                  <a:pt x="7208108" y="0"/>
                </a:moveTo>
                <a:lnTo>
                  <a:pt x="7199870" y="6886833"/>
                </a:lnTo>
                <a:lnTo>
                  <a:pt x="6153665" y="6878595"/>
                </a:lnTo>
                <a:lnTo>
                  <a:pt x="0" y="3608173"/>
                </a:lnTo>
                <a:lnTo>
                  <a:pt x="5107459" y="8238"/>
                </a:lnTo>
                <a:lnTo>
                  <a:pt x="7208108"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latin typeface="+mj-lt"/>
            </a:endParaRPr>
          </a:p>
        </p:txBody>
      </p:sp>
      <p:sp>
        <p:nvSpPr>
          <p:cNvPr id="4" name="날짜 개체 틀 3"/>
          <p:cNvSpPr>
            <a:spLocks noGrp="1"/>
          </p:cNvSpPr>
          <p:nvPr>
            <p:ph type="dt" sz="half" idx="10"/>
          </p:nvPr>
        </p:nvSpPr>
        <p:spPr/>
        <p:txBody>
          <a:bodyPr/>
          <a:lstStyle>
            <a:lvl1pPr>
              <a:defRPr>
                <a:solidFill>
                  <a:schemeClr val="bg1"/>
                </a:solidFill>
                <a:latin typeface="+mj-lt"/>
              </a:defRPr>
            </a:lvl1pPr>
          </a:lstStyle>
          <a:p>
            <a:fld id="{ED3D6733-6F27-4404-AB51-585418F146E5}" type="datetimeFigureOut">
              <a:rPr lang="ko-KR" altLang="en-US" smtClean="0"/>
              <a:pPr/>
              <a:t>2021-12-20</a:t>
            </a:fld>
            <a:endParaRPr lang="ko-KR" altLang="en-US"/>
          </a:p>
        </p:txBody>
      </p:sp>
      <p:sp>
        <p:nvSpPr>
          <p:cNvPr id="5" name="바닥글 개체 틀 4"/>
          <p:cNvSpPr>
            <a:spLocks noGrp="1"/>
          </p:cNvSpPr>
          <p:nvPr>
            <p:ph type="ftr" sz="quarter" idx="11"/>
          </p:nvPr>
        </p:nvSpPr>
        <p:spPr/>
        <p:txBody>
          <a:bodyPr/>
          <a:lstStyle>
            <a:lvl1pPr>
              <a:defRPr>
                <a:solidFill>
                  <a:schemeClr val="bg1"/>
                </a:solidFill>
                <a:latin typeface="+mj-lt"/>
              </a:defRPr>
            </a:lvl1pPr>
          </a:lstStyle>
          <a:p>
            <a:endParaRPr lang="ko-KR" altLang="en-US"/>
          </a:p>
        </p:txBody>
      </p:sp>
      <p:sp>
        <p:nvSpPr>
          <p:cNvPr id="6" name="슬라이드 번호 개체 틀 5"/>
          <p:cNvSpPr>
            <a:spLocks noGrp="1"/>
          </p:cNvSpPr>
          <p:nvPr>
            <p:ph type="sldNum" sz="quarter" idx="12"/>
          </p:nvPr>
        </p:nvSpPr>
        <p:spPr/>
        <p:txBody>
          <a:bodyPr/>
          <a:lstStyle>
            <a:lvl1pPr>
              <a:defRPr>
                <a:solidFill>
                  <a:schemeClr val="bg1"/>
                </a:solidFill>
                <a:latin typeface="+mj-lt"/>
              </a:defRPr>
            </a:lvl1pPr>
          </a:lstStyle>
          <a:p>
            <a:fld id="{EE6BC638-39B7-4287-91A7-2A3DDA573295}" type="slidenum">
              <a:rPr lang="ko-KR" altLang="en-US" smtClean="0"/>
              <a:pPr/>
              <a:t>‹#›</a:t>
            </a:fld>
            <a:endParaRPr lang="ko-KR" altLang="en-US"/>
          </a:p>
        </p:txBody>
      </p:sp>
      <p:sp>
        <p:nvSpPr>
          <p:cNvPr id="14" name="부제목 2"/>
          <p:cNvSpPr>
            <a:spLocks noGrp="1"/>
          </p:cNvSpPr>
          <p:nvPr>
            <p:ph type="subTitle" idx="1"/>
          </p:nvPr>
        </p:nvSpPr>
        <p:spPr>
          <a:xfrm>
            <a:off x="6118247" y="4077866"/>
            <a:ext cx="5521575" cy="844230"/>
          </a:xfrm>
          <a:noFill/>
          <a:ln w="9525">
            <a:noFill/>
            <a:miter lim="800000"/>
            <a:headEnd/>
            <a:tailEnd/>
          </a:ln>
        </p:spPr>
        <p:txBody>
          <a:bodyPr vert="horz" wrap="square" lIns="99569" tIns="49785" rIns="99569" bIns="49785" numCol="1" rtlCol="0" anchor="t" anchorCtr="0" compatLnSpc="1">
            <a:prstTxWarp prst="textNoShape">
              <a:avLst/>
            </a:prstTxWarp>
            <a:noAutofit/>
          </a:bodyPr>
          <a:lstStyle>
            <a:lvl1pPr marL="0" indent="0" algn="r" defTabSz="995690" rtl="0" eaLnBrk="1" fontAlgn="base" latinLnBrk="1" hangingPunct="1">
              <a:lnSpc>
                <a:spcPct val="100000"/>
              </a:lnSpc>
              <a:spcBef>
                <a:spcPct val="0"/>
              </a:spcBef>
              <a:spcAft>
                <a:spcPct val="0"/>
              </a:spcAft>
              <a:buClr>
                <a:schemeClr val="hlink"/>
              </a:buClr>
              <a:buFont typeface="굴림체" pitchFamily="49" charset="-127"/>
              <a:buNone/>
              <a:defRPr lang="ko-KR" altLang="en-US" sz="1200" kern="1200" baseline="0" dirty="0">
                <a:solidFill>
                  <a:schemeClr val="tx1">
                    <a:lumMod val="50000"/>
                    <a:lumOff val="50000"/>
                  </a:schemeClr>
                </a:solidFill>
                <a:effectLst/>
                <a:latin typeface="+mj-lt"/>
                <a:ea typeface="맑은 고딕" pitchFamily="50" charset="-127"/>
                <a:cs typeface="+mj-cs"/>
              </a:defRPr>
            </a:lvl1pPr>
            <a:lvl2pPr marL="497845" indent="0" algn="ctr">
              <a:buNone/>
              <a:defRPr>
                <a:solidFill>
                  <a:schemeClr val="tx1">
                    <a:tint val="75000"/>
                  </a:schemeClr>
                </a:solidFill>
              </a:defRPr>
            </a:lvl2pPr>
            <a:lvl3pPr marL="995690" indent="0" algn="ctr">
              <a:buNone/>
              <a:defRPr>
                <a:solidFill>
                  <a:schemeClr val="tx1">
                    <a:tint val="75000"/>
                  </a:schemeClr>
                </a:solidFill>
              </a:defRPr>
            </a:lvl3pPr>
            <a:lvl4pPr marL="1493535" indent="0" algn="ctr">
              <a:buNone/>
              <a:defRPr>
                <a:solidFill>
                  <a:schemeClr val="tx1">
                    <a:tint val="75000"/>
                  </a:schemeClr>
                </a:solidFill>
              </a:defRPr>
            </a:lvl4pPr>
            <a:lvl5pPr marL="1991380" indent="0" algn="ctr">
              <a:buNone/>
              <a:defRPr>
                <a:solidFill>
                  <a:schemeClr val="tx1">
                    <a:tint val="75000"/>
                  </a:schemeClr>
                </a:solidFill>
              </a:defRPr>
            </a:lvl5pPr>
            <a:lvl6pPr marL="2489225" indent="0" algn="ctr">
              <a:buNone/>
              <a:defRPr>
                <a:solidFill>
                  <a:schemeClr val="tx1">
                    <a:tint val="75000"/>
                  </a:schemeClr>
                </a:solidFill>
              </a:defRPr>
            </a:lvl6pPr>
            <a:lvl7pPr marL="2987070" indent="0" algn="ctr">
              <a:buNone/>
              <a:defRPr>
                <a:solidFill>
                  <a:schemeClr val="tx1">
                    <a:tint val="75000"/>
                  </a:schemeClr>
                </a:solidFill>
              </a:defRPr>
            </a:lvl7pPr>
            <a:lvl8pPr marL="3484916" indent="0" algn="ctr">
              <a:buNone/>
              <a:defRPr>
                <a:solidFill>
                  <a:schemeClr val="tx1">
                    <a:tint val="75000"/>
                  </a:schemeClr>
                </a:solidFill>
              </a:defRPr>
            </a:lvl8pPr>
            <a:lvl9pPr marL="3982761" indent="0" algn="ctr">
              <a:buNone/>
              <a:defRPr>
                <a:solidFill>
                  <a:schemeClr val="tx1">
                    <a:tint val="75000"/>
                  </a:schemeClr>
                </a:solidFill>
              </a:defRPr>
            </a:lvl9pPr>
          </a:lstStyle>
          <a:p>
            <a:endParaRPr lang="ko-KR" altLang="en-US" dirty="0"/>
          </a:p>
        </p:txBody>
      </p:sp>
      <p:sp>
        <p:nvSpPr>
          <p:cNvPr id="15" name="제목 1"/>
          <p:cNvSpPr>
            <a:spLocks noGrp="1"/>
          </p:cNvSpPr>
          <p:nvPr>
            <p:ph type="ctrTitle" hasCustomPrompt="1"/>
          </p:nvPr>
        </p:nvSpPr>
        <p:spPr>
          <a:xfrm>
            <a:off x="6118247" y="2297532"/>
            <a:ext cx="5521575" cy="2045207"/>
          </a:xfrm>
          <a:noFill/>
          <a:ln w="9525">
            <a:noFill/>
            <a:miter lim="800000"/>
            <a:headEnd/>
            <a:tailEnd/>
          </a:ln>
        </p:spPr>
        <p:txBody>
          <a:bodyPr vert="horz" wrap="square" lIns="99569" tIns="49785" rIns="99569" bIns="49785" numCol="1" rtlCol="0" anchor="t" anchorCtr="0" compatLnSpc="1">
            <a:prstTxWarp prst="textNoShape">
              <a:avLst/>
            </a:prstTxWarp>
            <a:noAutofit/>
          </a:bodyPr>
          <a:lstStyle>
            <a:lvl1pPr marL="0" indent="0" algn="r" defTabSz="995690" rtl="0" eaLnBrk="1" fontAlgn="base" latinLnBrk="1" hangingPunct="1">
              <a:lnSpc>
                <a:spcPct val="100000"/>
              </a:lnSpc>
              <a:spcBef>
                <a:spcPct val="0"/>
              </a:spcBef>
              <a:spcAft>
                <a:spcPct val="0"/>
              </a:spcAft>
              <a:buClr>
                <a:schemeClr val="hlink"/>
              </a:buClr>
              <a:buFont typeface="굴림체" pitchFamily="49" charset="-127"/>
              <a:buNone/>
              <a:defRPr lang="ko-KR" altLang="en-US" sz="5800" kern="1200" baseline="0" dirty="0">
                <a:solidFill>
                  <a:srgbClr val="1C6961"/>
                </a:solidFill>
                <a:effectLst/>
                <a:latin typeface="+mj-lt"/>
                <a:ea typeface="맑은 고딕" pitchFamily="50" charset="-127"/>
                <a:cs typeface="+mj-cs"/>
              </a:defRPr>
            </a:lvl1pPr>
          </a:lstStyle>
          <a:p>
            <a:r>
              <a:rPr lang="ko-KR" altLang="en-US" dirty="0"/>
              <a:t>제목을</a:t>
            </a:r>
            <a:r>
              <a:rPr lang="en-US" altLang="ko-KR" dirty="0"/>
              <a:t> </a:t>
            </a:r>
            <a:r>
              <a:rPr lang="ko-KR" altLang="en-US" dirty="0"/>
              <a:t>입력하시오</a:t>
            </a:r>
          </a:p>
        </p:txBody>
      </p:sp>
    </p:spTree>
    <p:extLst>
      <p:ext uri="{BB962C8B-B14F-4D97-AF65-F5344CB8AC3E}">
        <p14:creationId xmlns:p14="http://schemas.microsoft.com/office/powerpoint/2010/main" val="4850924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구역 머리글">
    <p:bg>
      <p:bgPr>
        <a:solidFill>
          <a:schemeClr val="bg1"/>
        </a:solidFill>
        <a:effectLst/>
      </p:bgPr>
    </p:bg>
    <p:spTree>
      <p:nvGrpSpPr>
        <p:cNvPr id="1" name=""/>
        <p:cNvGrpSpPr/>
        <p:nvPr/>
      </p:nvGrpSpPr>
      <p:grpSpPr>
        <a:xfrm>
          <a:off x="0" y="0"/>
          <a:ext cx="0" cy="0"/>
          <a:chOff x="0" y="0"/>
          <a:chExt cx="0" cy="0"/>
        </a:xfrm>
      </p:grpSpPr>
      <p:pic>
        <p:nvPicPr>
          <p:cNvPr id="9" name="그림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240"/>
            <a:ext cx="12190410" cy="6857105"/>
          </a:xfrm>
          <a:prstGeom prst="rect">
            <a:avLst/>
          </a:prstGeom>
        </p:spPr>
      </p:pic>
      <p:sp>
        <p:nvSpPr>
          <p:cNvPr id="4" name="날짜 개체 틀 3"/>
          <p:cNvSpPr>
            <a:spLocks noGrp="1"/>
          </p:cNvSpPr>
          <p:nvPr>
            <p:ph type="dt" sz="half" idx="10"/>
          </p:nvPr>
        </p:nvSpPr>
        <p:spPr/>
        <p:txBody>
          <a:bodyPr/>
          <a:lstStyle>
            <a:lvl1pPr>
              <a:defRPr>
                <a:solidFill>
                  <a:schemeClr val="bg1"/>
                </a:solidFill>
              </a:defRPr>
            </a:lvl1pPr>
          </a:lstStyle>
          <a:p>
            <a:fld id="{ED3D6733-6F27-4404-AB51-585418F146E5}" type="datetimeFigureOut">
              <a:rPr lang="ko-KR" altLang="en-US" smtClean="0"/>
              <a:pPr/>
              <a:t>2021-12-20</a:t>
            </a:fld>
            <a:endParaRPr lang="ko-KR" altLang="en-US"/>
          </a:p>
        </p:txBody>
      </p:sp>
      <p:sp>
        <p:nvSpPr>
          <p:cNvPr id="5" name="바닥글 개체 틀 4"/>
          <p:cNvSpPr>
            <a:spLocks noGrp="1"/>
          </p:cNvSpPr>
          <p:nvPr>
            <p:ph type="ftr" sz="quarter" idx="11"/>
          </p:nvPr>
        </p:nvSpPr>
        <p:spPr/>
        <p:txBody>
          <a:bodyPr/>
          <a:lstStyle>
            <a:lvl1pPr>
              <a:defRPr>
                <a:solidFill>
                  <a:schemeClr val="bg1"/>
                </a:solidFill>
              </a:defRPr>
            </a:lvl1pPr>
          </a:lstStyle>
          <a:p>
            <a:endParaRPr lang="ko-KR" altLang="en-US"/>
          </a:p>
        </p:txBody>
      </p:sp>
      <p:sp>
        <p:nvSpPr>
          <p:cNvPr id="6" name="슬라이드 번호 개체 틀 5"/>
          <p:cNvSpPr>
            <a:spLocks noGrp="1"/>
          </p:cNvSpPr>
          <p:nvPr>
            <p:ph type="sldNum" sz="quarter" idx="12"/>
          </p:nvPr>
        </p:nvSpPr>
        <p:spPr/>
        <p:txBody>
          <a:bodyPr/>
          <a:lstStyle>
            <a:lvl1pPr>
              <a:defRPr>
                <a:solidFill>
                  <a:schemeClr val="bg1"/>
                </a:solidFill>
              </a:defRPr>
            </a:lvl1pPr>
          </a:lstStyle>
          <a:p>
            <a:fld id="{EE6BC638-39B7-4287-91A7-2A3DDA573295}" type="slidenum">
              <a:rPr lang="ko-KR" altLang="en-US" smtClean="0"/>
              <a:pPr/>
              <a:t>‹#›</a:t>
            </a:fld>
            <a:endParaRPr lang="ko-KR"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사용자 지정 레이아웃">
    <p:bg>
      <p:bgPr>
        <a:solidFill>
          <a:schemeClr val="bg1"/>
        </a:solidFill>
        <a:effectLst/>
      </p:bgPr>
    </p:bg>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240"/>
            <a:ext cx="12190410" cy="6857106"/>
          </a:xfrm>
          <a:prstGeom prst="rect">
            <a:avLst/>
          </a:prstGeom>
        </p:spPr>
      </p:pic>
      <p:sp>
        <p:nvSpPr>
          <p:cNvPr id="15" name="내용 개체 틀 2"/>
          <p:cNvSpPr>
            <a:spLocks noGrp="1"/>
          </p:cNvSpPr>
          <p:nvPr>
            <p:ph idx="1" hasCustomPrompt="1"/>
          </p:nvPr>
        </p:nvSpPr>
        <p:spPr>
          <a:xfrm>
            <a:off x="609521" y="1485579"/>
            <a:ext cx="10971372" cy="4824535"/>
          </a:xfrm>
        </p:spPr>
        <p:txBody>
          <a:bodyPr>
            <a:normAutofit/>
          </a:bodyPr>
          <a:lstStyle>
            <a:lvl1pPr algn="l">
              <a:buNone/>
              <a:defRPr sz="2000" i="1" baseline="0">
                <a:solidFill>
                  <a:schemeClr val="tx1">
                    <a:lumMod val="75000"/>
                    <a:lumOff val="25000"/>
                  </a:schemeClr>
                </a:solidFill>
                <a:latin typeface="+mj-lt"/>
                <a:ea typeface="맑은 고딕" pitchFamily="50" charset="-127"/>
              </a:defRPr>
            </a:lvl1pPr>
            <a:lvl2pPr algn="l">
              <a:buNone/>
              <a:defRPr sz="2500" baseline="0">
                <a:solidFill>
                  <a:schemeClr val="tx1">
                    <a:lumMod val="75000"/>
                    <a:lumOff val="25000"/>
                  </a:schemeClr>
                </a:solidFill>
                <a:latin typeface="Noto Sans" pitchFamily="34" charset="0"/>
                <a:ea typeface="맑은 고딕" pitchFamily="50" charset="-127"/>
              </a:defRPr>
            </a:lvl2pPr>
            <a:lvl3pPr algn="l">
              <a:buNone/>
              <a:defRPr sz="2500" baseline="0">
                <a:solidFill>
                  <a:schemeClr val="tx1">
                    <a:lumMod val="75000"/>
                    <a:lumOff val="25000"/>
                  </a:schemeClr>
                </a:solidFill>
                <a:latin typeface="Noto Sans" pitchFamily="34" charset="0"/>
                <a:ea typeface="맑은 고딕" pitchFamily="50" charset="-127"/>
              </a:defRPr>
            </a:lvl3pPr>
            <a:lvl4pPr algn="l">
              <a:buNone/>
              <a:defRPr sz="2500" baseline="0">
                <a:solidFill>
                  <a:schemeClr val="tx1">
                    <a:lumMod val="75000"/>
                    <a:lumOff val="25000"/>
                  </a:schemeClr>
                </a:solidFill>
                <a:latin typeface="Noto Sans" pitchFamily="34" charset="0"/>
                <a:ea typeface="맑은 고딕" pitchFamily="50" charset="-127"/>
              </a:defRPr>
            </a:lvl4pPr>
            <a:lvl5pPr algn="l">
              <a:buNone/>
              <a:defRPr sz="2500" baseline="0">
                <a:solidFill>
                  <a:schemeClr val="tx1">
                    <a:lumMod val="75000"/>
                    <a:lumOff val="25000"/>
                  </a:schemeClr>
                </a:solidFill>
                <a:latin typeface="Noto Sans" pitchFamily="34" charset="0"/>
                <a:ea typeface="맑은 고딕" pitchFamily="50" charset="-127"/>
              </a:defRPr>
            </a:lvl5pPr>
          </a:lstStyle>
          <a:p>
            <a:pPr lvl="0"/>
            <a:r>
              <a:rPr lang="en-US" altLang="ko-KR" dirty="0"/>
              <a:t>Replaced with your own text</a:t>
            </a:r>
            <a:endParaRPr lang="ko-KR" altLang="en-US" dirty="0"/>
          </a:p>
        </p:txBody>
      </p:sp>
      <p:sp>
        <p:nvSpPr>
          <p:cNvPr id="14" name="제목 1"/>
          <p:cNvSpPr>
            <a:spLocks noGrp="1"/>
          </p:cNvSpPr>
          <p:nvPr>
            <p:ph type="title"/>
          </p:nvPr>
        </p:nvSpPr>
        <p:spPr>
          <a:xfrm>
            <a:off x="609520" y="189434"/>
            <a:ext cx="10971373" cy="798753"/>
          </a:xfrm>
        </p:spPr>
        <p:txBody>
          <a:bodyPr vert="horz" lIns="99569" tIns="49785" rIns="99569" bIns="49785" rtlCol="0" anchor="ctr">
            <a:normAutofit/>
          </a:bodyPr>
          <a:lstStyle>
            <a:lvl1pPr algn="l" defTabSz="995690" rtl="0" eaLnBrk="1" latinLnBrk="1" hangingPunct="1">
              <a:spcBef>
                <a:spcPct val="0"/>
              </a:spcBef>
              <a:buNone/>
              <a:defRPr lang="ko-KR" altLang="en-US" sz="4000" b="1" kern="1200" baseline="0" dirty="0">
                <a:solidFill>
                  <a:schemeClr val="bg1"/>
                </a:solidFill>
                <a:effectLst/>
                <a:latin typeface="+mj-lt"/>
                <a:ea typeface="맑은 고딕" pitchFamily="50" charset="-127"/>
                <a:cs typeface="+mj-cs"/>
              </a:defRPr>
            </a:lvl1pPr>
          </a:lstStyle>
          <a:p>
            <a:r>
              <a:rPr lang="ko-KR" altLang="en-US" dirty="0"/>
              <a:t>마스터 제목 스타일 편집</a:t>
            </a:r>
          </a:p>
        </p:txBody>
      </p:sp>
      <p:sp>
        <p:nvSpPr>
          <p:cNvPr id="12" name="날짜 개체 틀 3"/>
          <p:cNvSpPr>
            <a:spLocks noGrp="1"/>
          </p:cNvSpPr>
          <p:nvPr>
            <p:ph type="dt" sz="half" idx="10"/>
          </p:nvPr>
        </p:nvSpPr>
        <p:spPr>
          <a:xfrm>
            <a:off x="609521" y="6502342"/>
            <a:ext cx="2844430" cy="220692"/>
          </a:xfrm>
        </p:spPr>
        <p:txBody>
          <a:bodyPr/>
          <a:lstStyle>
            <a:lvl1pPr>
              <a:defRPr>
                <a:latin typeface="+mj-lt"/>
              </a:defRPr>
            </a:lvl1pPr>
          </a:lstStyle>
          <a:p>
            <a:fld id="{ED3D6733-6F27-4404-AB51-585418F146E5}" type="datetimeFigureOut">
              <a:rPr lang="ko-KR" altLang="en-US" smtClean="0"/>
              <a:pPr/>
              <a:t>2021-12-20</a:t>
            </a:fld>
            <a:endParaRPr lang="ko-KR" altLang="en-US"/>
          </a:p>
        </p:txBody>
      </p:sp>
      <p:sp>
        <p:nvSpPr>
          <p:cNvPr id="13" name="바닥글 개체 틀 4"/>
          <p:cNvSpPr>
            <a:spLocks noGrp="1"/>
          </p:cNvSpPr>
          <p:nvPr>
            <p:ph type="ftr" sz="quarter" idx="11"/>
          </p:nvPr>
        </p:nvSpPr>
        <p:spPr>
          <a:xfrm>
            <a:off x="4165059" y="6502342"/>
            <a:ext cx="3860297" cy="220692"/>
          </a:xfrm>
        </p:spPr>
        <p:txBody>
          <a:bodyPr/>
          <a:lstStyle>
            <a:lvl1pPr>
              <a:defRPr>
                <a:latin typeface="+mj-lt"/>
              </a:defRPr>
            </a:lvl1pPr>
          </a:lstStyle>
          <a:p>
            <a:endParaRPr lang="ko-KR" altLang="en-US"/>
          </a:p>
        </p:txBody>
      </p:sp>
      <p:sp>
        <p:nvSpPr>
          <p:cNvPr id="16" name="슬라이드 번호 개체 틀 5"/>
          <p:cNvSpPr>
            <a:spLocks noGrp="1"/>
          </p:cNvSpPr>
          <p:nvPr>
            <p:ph type="sldNum" sz="quarter" idx="12"/>
          </p:nvPr>
        </p:nvSpPr>
        <p:spPr>
          <a:xfrm>
            <a:off x="8736463" y="6502342"/>
            <a:ext cx="2844430" cy="220692"/>
          </a:xfrm>
        </p:spPr>
        <p:txBody>
          <a:bodyPr/>
          <a:lstStyle>
            <a:lvl1pPr>
              <a:defRPr>
                <a:latin typeface="+mj-lt"/>
              </a:defRPr>
            </a:lvl1pPr>
          </a:lstStyle>
          <a:p>
            <a:fld id="{EE6BC638-39B7-4287-91A7-2A3DDA573295}" type="slidenum">
              <a:rPr lang="ko-KR" altLang="en-US" smtClean="0"/>
              <a:pPr/>
              <a:t>‹#›</a:t>
            </a:fld>
            <a:endParaRPr lang="ko-KR"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제목 및 내용">
    <p:bg>
      <p:bgPr>
        <a:solidFill>
          <a:schemeClr val="bg1"/>
        </a:solidFill>
        <a:effectLst/>
      </p:bgPr>
    </p:bg>
    <p:spTree>
      <p:nvGrpSpPr>
        <p:cNvPr id="1" name=""/>
        <p:cNvGrpSpPr/>
        <p:nvPr/>
      </p:nvGrpSpPr>
      <p:grpSpPr>
        <a:xfrm>
          <a:off x="0" y="0"/>
          <a:ext cx="0" cy="0"/>
          <a:chOff x="0" y="0"/>
          <a:chExt cx="0" cy="0"/>
        </a:xfrm>
      </p:grpSpPr>
      <p:pic>
        <p:nvPicPr>
          <p:cNvPr id="8" name="그림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240"/>
            <a:ext cx="12190410" cy="6857106"/>
          </a:xfrm>
          <a:prstGeom prst="rect">
            <a:avLst/>
          </a:prstGeom>
        </p:spPr>
      </p:pic>
      <p:sp>
        <p:nvSpPr>
          <p:cNvPr id="4" name="날짜 개체 틀 3"/>
          <p:cNvSpPr>
            <a:spLocks noGrp="1"/>
          </p:cNvSpPr>
          <p:nvPr>
            <p:ph type="dt" sz="half" idx="10"/>
          </p:nvPr>
        </p:nvSpPr>
        <p:spPr>
          <a:xfrm>
            <a:off x="609521" y="6502342"/>
            <a:ext cx="2844430" cy="220692"/>
          </a:xfrm>
        </p:spPr>
        <p:txBody>
          <a:bodyPr/>
          <a:lstStyle>
            <a:lvl1pPr>
              <a:defRPr>
                <a:latin typeface="+mj-lt"/>
              </a:defRPr>
            </a:lvl1pPr>
          </a:lstStyle>
          <a:p>
            <a:fld id="{ED3D6733-6F27-4404-AB51-585418F146E5}" type="datetimeFigureOut">
              <a:rPr lang="ko-KR" altLang="en-US" smtClean="0"/>
              <a:pPr/>
              <a:t>2021-12-20</a:t>
            </a:fld>
            <a:endParaRPr lang="ko-KR" altLang="en-US"/>
          </a:p>
        </p:txBody>
      </p:sp>
      <p:sp>
        <p:nvSpPr>
          <p:cNvPr id="5" name="바닥글 개체 틀 4"/>
          <p:cNvSpPr>
            <a:spLocks noGrp="1"/>
          </p:cNvSpPr>
          <p:nvPr>
            <p:ph type="ftr" sz="quarter" idx="11"/>
          </p:nvPr>
        </p:nvSpPr>
        <p:spPr>
          <a:xfrm>
            <a:off x="4165059" y="6502342"/>
            <a:ext cx="3860297" cy="220692"/>
          </a:xfrm>
        </p:spPr>
        <p:txBody>
          <a:bodyPr/>
          <a:lstStyle>
            <a:lvl1pPr>
              <a:defRPr>
                <a:latin typeface="+mj-lt"/>
              </a:defRPr>
            </a:lvl1pPr>
          </a:lstStyle>
          <a:p>
            <a:endParaRPr lang="ko-KR" altLang="en-US"/>
          </a:p>
        </p:txBody>
      </p:sp>
      <p:sp>
        <p:nvSpPr>
          <p:cNvPr id="6" name="슬라이드 번호 개체 틀 5"/>
          <p:cNvSpPr>
            <a:spLocks noGrp="1"/>
          </p:cNvSpPr>
          <p:nvPr>
            <p:ph type="sldNum" sz="quarter" idx="12"/>
          </p:nvPr>
        </p:nvSpPr>
        <p:spPr>
          <a:xfrm>
            <a:off x="8736463" y="6502342"/>
            <a:ext cx="2844430" cy="220692"/>
          </a:xfrm>
        </p:spPr>
        <p:txBody>
          <a:bodyPr/>
          <a:lstStyle>
            <a:lvl1pPr>
              <a:defRPr>
                <a:latin typeface="+mj-lt"/>
              </a:defRPr>
            </a:lvl1pPr>
          </a:lstStyle>
          <a:p>
            <a:fld id="{EE6BC638-39B7-4287-91A7-2A3DDA573295}" type="slidenum">
              <a:rPr lang="ko-KR" altLang="en-US" smtClean="0"/>
              <a:pPr/>
              <a:t>‹#›</a:t>
            </a:fld>
            <a:endParaRPr lang="ko-KR" altLang="en-US"/>
          </a:p>
        </p:txBody>
      </p:sp>
      <p:sp>
        <p:nvSpPr>
          <p:cNvPr id="15" name="제목 1"/>
          <p:cNvSpPr>
            <a:spLocks noGrp="1"/>
          </p:cNvSpPr>
          <p:nvPr>
            <p:ph type="title"/>
          </p:nvPr>
        </p:nvSpPr>
        <p:spPr>
          <a:xfrm>
            <a:off x="609521" y="189434"/>
            <a:ext cx="10971372" cy="798753"/>
          </a:xfrm>
        </p:spPr>
        <p:txBody>
          <a:bodyPr vert="horz" lIns="99569" tIns="49785" rIns="99569" bIns="49785" rtlCol="0" anchor="ctr">
            <a:normAutofit/>
          </a:bodyPr>
          <a:lstStyle>
            <a:lvl1pPr algn="l" defTabSz="995690" rtl="0" eaLnBrk="1" latinLnBrk="1" hangingPunct="1">
              <a:spcBef>
                <a:spcPct val="0"/>
              </a:spcBef>
              <a:buNone/>
              <a:defRPr lang="ko-KR" altLang="en-US" sz="4000" b="1" kern="1200" baseline="0" dirty="0">
                <a:solidFill>
                  <a:schemeClr val="bg1"/>
                </a:solidFill>
                <a:effectLst/>
                <a:latin typeface="+mj-lt"/>
                <a:ea typeface="맑은 고딕" pitchFamily="50" charset="-127"/>
                <a:cs typeface="+mj-cs"/>
              </a:defRPr>
            </a:lvl1pPr>
          </a:lstStyle>
          <a:p>
            <a:r>
              <a:rPr lang="ko-KR" altLang="en-US" dirty="0"/>
              <a:t>마스터 제목 스타일 편집</a:t>
            </a:r>
          </a:p>
        </p:txBody>
      </p:sp>
      <p:sp>
        <p:nvSpPr>
          <p:cNvPr id="16" name="내용 개체 틀 2"/>
          <p:cNvSpPr>
            <a:spLocks noGrp="1"/>
          </p:cNvSpPr>
          <p:nvPr>
            <p:ph idx="1" hasCustomPrompt="1"/>
          </p:nvPr>
        </p:nvSpPr>
        <p:spPr>
          <a:xfrm>
            <a:off x="609521" y="1485578"/>
            <a:ext cx="10971372" cy="4824535"/>
          </a:xfrm>
        </p:spPr>
        <p:txBody>
          <a:bodyPr>
            <a:normAutofit/>
          </a:bodyPr>
          <a:lstStyle>
            <a:lvl1pPr algn="l">
              <a:buNone/>
              <a:defRPr sz="2000" i="1" baseline="0">
                <a:solidFill>
                  <a:schemeClr val="tx1">
                    <a:lumMod val="75000"/>
                    <a:lumOff val="25000"/>
                  </a:schemeClr>
                </a:solidFill>
                <a:latin typeface="+mj-lt"/>
                <a:ea typeface="맑은 고딕" pitchFamily="50" charset="-127"/>
              </a:defRPr>
            </a:lvl1pPr>
            <a:lvl2pPr algn="l">
              <a:buNone/>
              <a:defRPr sz="2500" baseline="0">
                <a:solidFill>
                  <a:schemeClr val="tx1">
                    <a:lumMod val="75000"/>
                    <a:lumOff val="25000"/>
                  </a:schemeClr>
                </a:solidFill>
                <a:latin typeface="Noto Sans" pitchFamily="34" charset="0"/>
                <a:ea typeface="맑은 고딕" pitchFamily="50" charset="-127"/>
              </a:defRPr>
            </a:lvl2pPr>
            <a:lvl3pPr algn="l">
              <a:buNone/>
              <a:defRPr sz="2500" baseline="0">
                <a:solidFill>
                  <a:schemeClr val="tx1">
                    <a:lumMod val="75000"/>
                    <a:lumOff val="25000"/>
                  </a:schemeClr>
                </a:solidFill>
                <a:latin typeface="Noto Sans" pitchFamily="34" charset="0"/>
                <a:ea typeface="맑은 고딕" pitchFamily="50" charset="-127"/>
              </a:defRPr>
            </a:lvl3pPr>
            <a:lvl4pPr algn="l">
              <a:buNone/>
              <a:defRPr sz="2500" baseline="0">
                <a:solidFill>
                  <a:schemeClr val="tx1">
                    <a:lumMod val="75000"/>
                    <a:lumOff val="25000"/>
                  </a:schemeClr>
                </a:solidFill>
                <a:latin typeface="Noto Sans" pitchFamily="34" charset="0"/>
                <a:ea typeface="맑은 고딕" pitchFamily="50" charset="-127"/>
              </a:defRPr>
            </a:lvl4pPr>
            <a:lvl5pPr algn="l">
              <a:buNone/>
              <a:defRPr sz="2500" baseline="0">
                <a:solidFill>
                  <a:schemeClr val="tx1">
                    <a:lumMod val="75000"/>
                    <a:lumOff val="25000"/>
                  </a:schemeClr>
                </a:solidFill>
                <a:latin typeface="Noto Sans" pitchFamily="34" charset="0"/>
                <a:ea typeface="맑은 고딕" pitchFamily="50" charset="-127"/>
              </a:defRPr>
            </a:lvl5pPr>
          </a:lstStyle>
          <a:p>
            <a:pPr lvl="0"/>
            <a:r>
              <a:rPr lang="en-US" altLang="ko-KR" dirty="0"/>
              <a:t>Replaced with your own text</a:t>
            </a:r>
            <a:endParaRPr lang="ko-KR"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bg>
      <p:bgPr>
        <a:solidFill>
          <a:schemeClr val="bg1"/>
        </a:solidFill>
        <a:effectLst/>
      </p:bgPr>
    </p:bg>
    <p:spTree>
      <p:nvGrpSpPr>
        <p:cNvPr id="1" name=""/>
        <p:cNvGrpSpPr/>
        <p:nvPr/>
      </p:nvGrpSpPr>
      <p:grpSpPr>
        <a:xfrm>
          <a:off x="0" y="0"/>
          <a:ext cx="0" cy="0"/>
          <a:chOff x="0" y="0"/>
          <a:chExt cx="0" cy="0"/>
        </a:xfrm>
      </p:grpSpPr>
      <p:pic>
        <p:nvPicPr>
          <p:cNvPr id="11" name="그림 10"/>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1240"/>
            <a:ext cx="12190410" cy="6857106"/>
          </a:xfrm>
          <a:prstGeom prst="rect">
            <a:avLst/>
          </a:prstGeom>
        </p:spPr>
      </p:pic>
      <p:sp>
        <p:nvSpPr>
          <p:cNvPr id="3" name="날짜 개체 틀 2"/>
          <p:cNvSpPr>
            <a:spLocks noGrp="1"/>
          </p:cNvSpPr>
          <p:nvPr>
            <p:ph type="dt" sz="half" idx="10"/>
          </p:nvPr>
        </p:nvSpPr>
        <p:spPr/>
        <p:txBody>
          <a:bodyPr/>
          <a:lstStyle>
            <a:lvl1pPr>
              <a:defRPr>
                <a:solidFill>
                  <a:schemeClr val="bg1"/>
                </a:solidFill>
              </a:defRPr>
            </a:lvl1pPr>
          </a:lstStyle>
          <a:p>
            <a:fld id="{ED3D6733-6F27-4404-AB51-585418F146E5}" type="datetimeFigureOut">
              <a:rPr lang="ko-KR" altLang="en-US" smtClean="0"/>
              <a:pPr/>
              <a:t>2021-12-20</a:t>
            </a:fld>
            <a:endParaRPr lang="ko-KR" altLang="en-US"/>
          </a:p>
        </p:txBody>
      </p:sp>
      <p:sp>
        <p:nvSpPr>
          <p:cNvPr id="4" name="바닥글 개체 틀 3"/>
          <p:cNvSpPr>
            <a:spLocks noGrp="1"/>
          </p:cNvSpPr>
          <p:nvPr>
            <p:ph type="ftr" sz="quarter" idx="11"/>
          </p:nvPr>
        </p:nvSpPr>
        <p:spPr/>
        <p:txBody>
          <a:bodyPr/>
          <a:lstStyle>
            <a:lvl1pPr>
              <a:defRPr>
                <a:solidFill>
                  <a:schemeClr val="bg1"/>
                </a:solidFill>
              </a:defRPr>
            </a:lvl1pPr>
          </a:lstStyle>
          <a:p>
            <a:endParaRPr lang="ko-KR" altLang="en-US"/>
          </a:p>
        </p:txBody>
      </p:sp>
      <p:sp>
        <p:nvSpPr>
          <p:cNvPr id="5" name="슬라이드 번호 개체 틀 4"/>
          <p:cNvSpPr>
            <a:spLocks noGrp="1"/>
          </p:cNvSpPr>
          <p:nvPr>
            <p:ph type="sldNum" sz="quarter" idx="12"/>
          </p:nvPr>
        </p:nvSpPr>
        <p:spPr/>
        <p:txBody>
          <a:bodyPr/>
          <a:lstStyle>
            <a:lvl1pPr>
              <a:defRPr>
                <a:solidFill>
                  <a:schemeClr val="bg1"/>
                </a:solidFill>
              </a:defRPr>
            </a:lvl1pPr>
          </a:lstStyle>
          <a:p>
            <a:fld id="{EE6BC638-39B7-4287-91A7-2A3DDA573295}" type="slidenum">
              <a:rPr lang="ko-KR" altLang="en-US" smtClean="0"/>
              <a:pPr/>
              <a:t>‹#›</a:t>
            </a:fld>
            <a:endParaRPr lang="ko-KR" altLang="en-US"/>
          </a:p>
        </p:txBody>
      </p:sp>
      <p:sp>
        <p:nvSpPr>
          <p:cNvPr id="8" name="제목 1"/>
          <p:cNvSpPr>
            <a:spLocks noGrp="1"/>
          </p:cNvSpPr>
          <p:nvPr>
            <p:ph type="ctrTitle"/>
          </p:nvPr>
        </p:nvSpPr>
        <p:spPr>
          <a:xfrm>
            <a:off x="1668191" y="2997746"/>
            <a:ext cx="8695948" cy="1800200"/>
          </a:xfrm>
          <a:noFill/>
          <a:ln w="9525">
            <a:noFill/>
            <a:miter lim="800000"/>
            <a:headEnd/>
            <a:tailEnd/>
          </a:ln>
        </p:spPr>
        <p:txBody>
          <a:bodyPr vert="horz" wrap="square" lIns="99569" tIns="49785" rIns="99569" bIns="49785" numCol="1" rtlCol="0" anchor="t" anchorCtr="0" compatLnSpc="1">
            <a:prstTxWarp prst="textNoShape">
              <a:avLst/>
            </a:prstTxWarp>
            <a:noAutofit/>
          </a:bodyPr>
          <a:lstStyle>
            <a:lvl1pPr marL="0" indent="0" algn="ctr" defTabSz="995690" rtl="0" eaLnBrk="1" fontAlgn="base" latinLnBrk="1" hangingPunct="1">
              <a:lnSpc>
                <a:spcPct val="100000"/>
              </a:lnSpc>
              <a:spcBef>
                <a:spcPct val="0"/>
              </a:spcBef>
              <a:spcAft>
                <a:spcPct val="0"/>
              </a:spcAft>
              <a:buClr>
                <a:schemeClr val="hlink"/>
              </a:buClr>
              <a:buFont typeface="굴림체" pitchFamily="49" charset="-127"/>
              <a:buNone/>
              <a:defRPr lang="ko-KR" altLang="en-US" sz="7200" kern="1200" baseline="0" dirty="0">
                <a:solidFill>
                  <a:srgbClr val="1C6961"/>
                </a:solidFill>
                <a:effectLst/>
                <a:latin typeface="+mj-lt"/>
                <a:ea typeface="맑은 고딕" pitchFamily="50" charset="-127"/>
                <a:cs typeface="+mj-cs"/>
              </a:defRPr>
            </a:lvl1pPr>
          </a:lstStyle>
          <a:p>
            <a:endParaRPr lang="ko-KR"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7" name="Rectangle 6"/>
          <p:cNvSpPr/>
          <p:nvPr/>
        </p:nvSpPr>
        <p:spPr>
          <a:xfrm>
            <a:off x="3175" y="6402282"/>
            <a:ext cx="12187238" cy="4573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5783"/>
            <a:ext cx="12187238" cy="64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137" y="759128"/>
            <a:ext cx="10057091" cy="3566986"/>
          </a:xfrm>
        </p:spPr>
        <p:txBody>
          <a:bodyPr anchor="b">
            <a:normAutofit/>
          </a:bodyPr>
          <a:lstStyle>
            <a:lvl1pPr algn="l">
              <a:lnSpc>
                <a:spcPct val="85000"/>
              </a:lnSpc>
              <a:defRPr sz="7999" spc="-50" baseline="0">
                <a:solidFill>
                  <a:schemeClr val="tx1">
                    <a:lumMod val="85000"/>
                    <a:lumOff val="15000"/>
                  </a:schemeClr>
                </a:solidFill>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1099908" y="4456653"/>
            <a:ext cx="10057091" cy="1143265"/>
          </a:xfrm>
        </p:spPr>
        <p:txBody>
          <a:bodyPr lIns="91440" rIns="91440">
            <a:normAutofit/>
          </a:bodyPr>
          <a:lstStyle>
            <a:lvl1pPr marL="0" indent="0" algn="l">
              <a:buNone/>
              <a:defRPr sz="2400" cap="all" spc="200" baseline="0">
                <a:solidFill>
                  <a:schemeClr val="tx2"/>
                </a:solidFill>
                <a:latin typeface="+mj-lt"/>
              </a:defRPr>
            </a:lvl1pPr>
            <a:lvl2pPr marL="457154" indent="0" algn="ctr">
              <a:buNone/>
              <a:defRPr sz="2400"/>
            </a:lvl2pPr>
            <a:lvl3pPr marL="914309" indent="0" algn="ctr">
              <a:buNone/>
              <a:defRPr sz="2400"/>
            </a:lvl3pPr>
            <a:lvl4pPr marL="1371463" indent="0" algn="ctr">
              <a:buNone/>
              <a:defRPr sz="2000"/>
            </a:lvl4pPr>
            <a:lvl5pPr marL="1828617" indent="0" algn="ctr">
              <a:buNone/>
              <a:defRPr sz="2000"/>
            </a:lvl5pPr>
            <a:lvl6pPr marL="2285771" indent="0" algn="ctr">
              <a:buNone/>
              <a:defRPr sz="2000"/>
            </a:lvl6pPr>
            <a:lvl7pPr marL="2742926" indent="0" algn="ctr">
              <a:buNone/>
              <a:defRPr sz="2000"/>
            </a:lvl7pPr>
            <a:lvl8pPr marL="3200080" indent="0" algn="ctr">
              <a:buNone/>
              <a:defRPr sz="2000"/>
            </a:lvl8pPr>
            <a:lvl9pPr marL="3657234" indent="0" algn="ctr">
              <a:buNone/>
              <a:defRPr sz="2000"/>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6BC638-39B7-4287-91A7-2A3DDA573295}" type="slidenum">
              <a:rPr lang="ko-KR" altLang="en-US" smtClean="0"/>
              <a:pPr/>
              <a:t>‹#›</a:t>
            </a:fld>
            <a:endParaRPr lang="ko-KR" altLang="en-US"/>
          </a:p>
        </p:txBody>
      </p:sp>
      <p:cxnSp>
        <p:nvCxnSpPr>
          <p:cNvPr id="9" name="Straight Connector 8"/>
          <p:cNvCxnSpPr/>
          <p:nvPr/>
        </p:nvCxnSpPr>
        <p:spPr>
          <a:xfrm>
            <a:off x="1207501" y="4344406"/>
            <a:ext cx="987423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45122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33701084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secHead" preserve="1">
  <p:cSld name="Bölüm Üst Bilgisi">
    <p:spTree>
      <p:nvGrpSpPr>
        <p:cNvPr id="1" name=""/>
        <p:cNvGrpSpPr/>
        <p:nvPr/>
      </p:nvGrpSpPr>
      <p:grpSpPr>
        <a:xfrm>
          <a:off x="0" y="0"/>
          <a:ext cx="0" cy="0"/>
          <a:chOff x="0" y="0"/>
          <a:chExt cx="0" cy="0"/>
        </a:xfrm>
      </p:grpSpPr>
      <p:sp>
        <p:nvSpPr>
          <p:cNvPr id="7" name="Rectangle 6"/>
          <p:cNvSpPr/>
          <p:nvPr/>
        </p:nvSpPr>
        <p:spPr>
          <a:xfrm>
            <a:off x="3175" y="6402282"/>
            <a:ext cx="12187238" cy="4573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5783"/>
            <a:ext cx="12187238" cy="64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137" y="759128"/>
            <a:ext cx="10057091" cy="3566986"/>
          </a:xfrm>
        </p:spPr>
        <p:txBody>
          <a:bodyPr anchor="b" anchorCtr="0">
            <a:normAutofit/>
          </a:bodyPr>
          <a:lstStyle>
            <a:lvl1pPr>
              <a:lnSpc>
                <a:spcPct val="85000"/>
              </a:lnSpc>
              <a:defRPr sz="7999" b="0">
                <a:solidFill>
                  <a:schemeClr val="tx1">
                    <a:lumMod val="85000"/>
                    <a:lumOff val="15000"/>
                  </a:schemeClr>
                </a:solidFill>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097137" y="4454159"/>
            <a:ext cx="10057091" cy="1143265"/>
          </a:xfrm>
        </p:spPr>
        <p:txBody>
          <a:bodyPr lIns="91440" rIns="91440" anchor="t" anchorCtr="0">
            <a:normAutofit/>
          </a:bodyPr>
          <a:lstStyle>
            <a:lvl1pPr marL="0" indent="0">
              <a:buNone/>
              <a:defRPr sz="2400" cap="all" spc="200" baseline="0">
                <a:solidFill>
                  <a:schemeClr val="tx2"/>
                </a:solidFill>
                <a:latin typeface="+mj-lt"/>
              </a:defRPr>
            </a:lvl1pPr>
            <a:lvl2pPr marL="457154" indent="0">
              <a:buNone/>
              <a:defRPr sz="1800">
                <a:solidFill>
                  <a:schemeClr val="tx1">
                    <a:tint val="75000"/>
                  </a:schemeClr>
                </a:solidFill>
              </a:defRPr>
            </a:lvl2pPr>
            <a:lvl3pPr marL="914309" indent="0">
              <a:buNone/>
              <a:defRPr sz="1600">
                <a:solidFill>
                  <a:schemeClr val="tx1">
                    <a:tint val="75000"/>
                  </a:schemeClr>
                </a:solidFill>
              </a:defRPr>
            </a:lvl3pPr>
            <a:lvl4pPr marL="1371463" indent="0">
              <a:buNone/>
              <a:defRPr sz="1400">
                <a:solidFill>
                  <a:schemeClr val="tx1">
                    <a:tint val="75000"/>
                  </a:schemeClr>
                </a:solidFill>
              </a:defRPr>
            </a:lvl4pPr>
            <a:lvl5pPr marL="1828617" indent="0">
              <a:buNone/>
              <a:defRPr sz="1400">
                <a:solidFill>
                  <a:schemeClr val="tx1">
                    <a:tint val="75000"/>
                  </a:schemeClr>
                </a:solidFill>
              </a:defRPr>
            </a:lvl5pPr>
            <a:lvl6pPr marL="2285771" indent="0">
              <a:buNone/>
              <a:defRPr sz="1400">
                <a:solidFill>
                  <a:schemeClr val="tx1">
                    <a:tint val="75000"/>
                  </a:schemeClr>
                </a:solidFill>
              </a:defRPr>
            </a:lvl6pPr>
            <a:lvl7pPr marL="2742926" indent="0">
              <a:buNone/>
              <a:defRPr sz="1400">
                <a:solidFill>
                  <a:schemeClr val="tx1">
                    <a:tint val="75000"/>
                  </a:schemeClr>
                </a:solidFill>
              </a:defRPr>
            </a:lvl7pPr>
            <a:lvl8pPr marL="3200080" indent="0">
              <a:buNone/>
              <a:defRPr sz="1400">
                <a:solidFill>
                  <a:schemeClr val="tx1">
                    <a:tint val="75000"/>
                  </a:schemeClr>
                </a:solidFill>
              </a:defRPr>
            </a:lvl8pPr>
            <a:lvl9pPr marL="3657234"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6BC638-39B7-4287-91A7-2A3DDA573295}" type="slidenum">
              <a:rPr lang="ko-KR" altLang="en-US" smtClean="0"/>
              <a:pPr/>
              <a:t>‹#›</a:t>
            </a:fld>
            <a:endParaRPr lang="ko-KR" altLang="en-US"/>
          </a:p>
        </p:txBody>
      </p:sp>
      <p:cxnSp>
        <p:nvCxnSpPr>
          <p:cNvPr id="9" name="Straight Connector 8"/>
          <p:cNvCxnSpPr/>
          <p:nvPr/>
        </p:nvCxnSpPr>
        <p:spPr>
          <a:xfrm>
            <a:off x="1207501" y="4344406"/>
            <a:ext cx="987423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886452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8" name="Title 7"/>
          <p:cNvSpPr>
            <a:spLocks noGrp="1"/>
          </p:cNvSpPr>
          <p:nvPr>
            <p:ph type="title"/>
          </p:nvPr>
        </p:nvSpPr>
        <p:spPr>
          <a:xfrm>
            <a:off x="1097137" y="286670"/>
            <a:ext cx="10057091" cy="1451093"/>
          </a:xfrm>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097135" y="1846162"/>
            <a:ext cx="4937117" cy="4024291"/>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6217111" y="1846162"/>
            <a:ext cx="4937117" cy="402429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6" name="Footer Placeholder 5"/>
          <p:cNvSpPr>
            <a:spLocks noGrp="1"/>
          </p:cNvSpPr>
          <p:nvPr>
            <p:ph type="ftr" sz="quarter" idx="11"/>
          </p:nvPr>
        </p:nvSpPr>
        <p:spPr/>
        <p:txBody>
          <a:bodyPr/>
          <a:lstStyle/>
          <a:p>
            <a:endParaRPr lang="ko-KR" altLang="en-US"/>
          </a:p>
        </p:txBody>
      </p:sp>
      <p:sp>
        <p:nvSpPr>
          <p:cNvPr id="7" name="Slide Number Placeholder 6"/>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20131537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10" name="Title 9"/>
          <p:cNvSpPr>
            <a:spLocks noGrp="1"/>
          </p:cNvSpPr>
          <p:nvPr>
            <p:ph type="title"/>
          </p:nvPr>
        </p:nvSpPr>
        <p:spPr>
          <a:xfrm>
            <a:off x="1097137" y="286670"/>
            <a:ext cx="10057091" cy="1451093"/>
          </a:xfrm>
        </p:spPr>
        <p:txBody>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137" y="1846480"/>
            <a:ext cx="4937117" cy="736452"/>
          </a:xfrm>
        </p:spPr>
        <p:txBody>
          <a:bodyPr lIns="91440" rIns="91440" anchor="ctr">
            <a:normAutofit/>
          </a:bodyPr>
          <a:lstStyle>
            <a:lvl1pPr marL="0" indent="0">
              <a:buNone/>
              <a:defRPr sz="2000" b="0" cap="all" baseline="0">
                <a:solidFill>
                  <a:schemeClr val="tx2">
                    <a:lumMod val="90000"/>
                  </a:schemeClr>
                </a:solidFill>
              </a:defRPr>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1097137" y="2582932"/>
            <a:ext cx="4937117" cy="337898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217111" y="1846480"/>
            <a:ext cx="4937117" cy="736452"/>
          </a:xfrm>
        </p:spPr>
        <p:txBody>
          <a:bodyPr lIns="91440" rIns="91440" anchor="ctr">
            <a:normAutofit/>
          </a:bodyPr>
          <a:lstStyle>
            <a:lvl1pPr marL="0" indent="0">
              <a:buNone/>
              <a:defRPr sz="2000" b="0" cap="all" baseline="0">
                <a:solidFill>
                  <a:schemeClr val="tx2">
                    <a:lumMod val="90000"/>
                  </a:schemeClr>
                </a:solidFill>
              </a:defRPr>
            </a:lvl1pPr>
            <a:lvl2pPr marL="457154" indent="0">
              <a:buNone/>
              <a:defRPr sz="2000" b="1"/>
            </a:lvl2pPr>
            <a:lvl3pPr marL="914309" indent="0">
              <a:buNone/>
              <a:defRPr sz="1800" b="1"/>
            </a:lvl3pPr>
            <a:lvl4pPr marL="1371463" indent="0">
              <a:buNone/>
              <a:defRPr sz="1600" b="1"/>
            </a:lvl4pPr>
            <a:lvl5pPr marL="1828617" indent="0">
              <a:buNone/>
              <a:defRPr sz="1600" b="1"/>
            </a:lvl5pPr>
            <a:lvl6pPr marL="2285771" indent="0">
              <a:buNone/>
              <a:defRPr sz="1600" b="1"/>
            </a:lvl6pPr>
            <a:lvl7pPr marL="2742926" indent="0">
              <a:buNone/>
              <a:defRPr sz="1600" b="1"/>
            </a:lvl7pPr>
            <a:lvl8pPr marL="3200080" indent="0">
              <a:buNone/>
              <a:defRPr sz="1600" b="1"/>
            </a:lvl8pPr>
            <a:lvl9pPr marL="3657234"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6217111" y="2582932"/>
            <a:ext cx="4937117" cy="3378982"/>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8" name="Footer Placeholder 7"/>
          <p:cNvSpPr>
            <a:spLocks noGrp="1"/>
          </p:cNvSpPr>
          <p:nvPr>
            <p:ph type="ftr" sz="quarter" idx="11"/>
          </p:nvPr>
        </p:nvSpPr>
        <p:spPr/>
        <p:txBody>
          <a:bodyPr/>
          <a:lstStyle/>
          <a:p>
            <a:endParaRPr lang="ko-KR" altLang="en-US"/>
          </a:p>
        </p:txBody>
      </p:sp>
      <p:sp>
        <p:nvSpPr>
          <p:cNvPr id="9" name="Slide Number Placeholder 8"/>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8321677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4" name="Footer Placeholder 3"/>
          <p:cNvSpPr>
            <a:spLocks noGrp="1"/>
          </p:cNvSpPr>
          <p:nvPr>
            <p:ph type="ftr" sz="quarter" idx="11"/>
          </p:nvPr>
        </p:nvSpPr>
        <p:spPr/>
        <p:txBody>
          <a:bodyPr/>
          <a:lstStyle/>
          <a:p>
            <a:endParaRPr lang="ko-KR" altLang="en-US"/>
          </a:p>
        </p:txBody>
      </p:sp>
      <p:sp>
        <p:nvSpPr>
          <p:cNvPr id="5" name="Slide Number Placeholder 4"/>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30476785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reserve="1">
  <p:cSld name="Boş">
    <p:spTree>
      <p:nvGrpSpPr>
        <p:cNvPr id="1" name=""/>
        <p:cNvGrpSpPr/>
        <p:nvPr/>
      </p:nvGrpSpPr>
      <p:grpSpPr>
        <a:xfrm>
          <a:off x="0" y="0"/>
          <a:ext cx="0" cy="0"/>
          <a:chOff x="0" y="0"/>
          <a:chExt cx="0" cy="0"/>
        </a:xfrm>
      </p:grpSpPr>
      <p:sp>
        <p:nvSpPr>
          <p:cNvPr id="5" name="Rectangle 4"/>
          <p:cNvSpPr/>
          <p:nvPr/>
        </p:nvSpPr>
        <p:spPr>
          <a:xfrm>
            <a:off x="3175" y="6402282"/>
            <a:ext cx="12187238" cy="4573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6" y="6335783"/>
            <a:ext cx="12187238" cy="64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ko-KR" altLang="en-US"/>
          </a:p>
        </p:txBody>
      </p:sp>
      <p:sp>
        <p:nvSpPr>
          <p:cNvPr id="9" name="Slide Number Placeholder 8"/>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27856562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spTree>
      <p:nvGrpSpPr>
        <p:cNvPr id="1" name=""/>
        <p:cNvGrpSpPr/>
        <p:nvPr/>
      </p:nvGrpSpPr>
      <p:grpSpPr>
        <a:xfrm>
          <a:off x="0" y="0"/>
          <a:ext cx="0" cy="0"/>
          <a:chOff x="0" y="0"/>
          <a:chExt cx="0" cy="0"/>
        </a:xfrm>
      </p:grpSpPr>
      <p:sp>
        <p:nvSpPr>
          <p:cNvPr id="8" name="Rectangle 7"/>
          <p:cNvSpPr/>
          <p:nvPr/>
        </p:nvSpPr>
        <p:spPr>
          <a:xfrm>
            <a:off x="0" y="0"/>
            <a:ext cx="4050264" cy="6859588"/>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39545" y="0"/>
            <a:ext cx="64000" cy="68595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141" y="594497"/>
            <a:ext cx="3199983" cy="2286529"/>
          </a:xfrm>
        </p:spPr>
        <p:txBody>
          <a:bodyPr anchor="b">
            <a:normAutofit/>
          </a:bodyPr>
          <a:lstStyle>
            <a:lvl1pPr>
              <a:defRPr sz="3600" b="0">
                <a:solidFill>
                  <a:srgbClr val="FFFFFF"/>
                </a:solidFill>
              </a:defRPr>
            </a:lvl1pPr>
          </a:lstStyle>
          <a:p>
            <a:r>
              <a:rPr lang="tr-TR"/>
              <a:t>Asıl başlık stilini düzenlemek için tıklayın</a:t>
            </a:r>
            <a:endParaRPr lang="en-US" dirty="0"/>
          </a:p>
        </p:txBody>
      </p:sp>
      <p:sp>
        <p:nvSpPr>
          <p:cNvPr id="3" name="Content Placeholder 2"/>
          <p:cNvSpPr>
            <a:spLocks noGrp="1"/>
          </p:cNvSpPr>
          <p:nvPr>
            <p:ph idx="1"/>
          </p:nvPr>
        </p:nvSpPr>
        <p:spPr>
          <a:xfrm>
            <a:off x="4799975" y="731690"/>
            <a:ext cx="6491395" cy="5259017"/>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457141" y="2926758"/>
            <a:ext cx="3199983" cy="3379906"/>
          </a:xfrm>
        </p:spPr>
        <p:txBody>
          <a:bodyPr lIns="91440" rIns="91440">
            <a:normAutofit/>
          </a:bodyPr>
          <a:lstStyle>
            <a:lvl1pPr marL="0" indent="0">
              <a:buNone/>
              <a:defRPr sz="1500">
                <a:solidFill>
                  <a:srgbClr val="FFFFFF"/>
                </a:solidFill>
              </a:defRPr>
            </a:lvl1pPr>
            <a:lvl2pPr marL="457154" indent="0">
              <a:buNone/>
              <a:defRPr sz="1200"/>
            </a:lvl2pPr>
            <a:lvl3pPr marL="914309" indent="0">
              <a:buNone/>
              <a:defRPr sz="1000"/>
            </a:lvl3pPr>
            <a:lvl4pPr marL="1371463" indent="0">
              <a:buNone/>
              <a:defRPr sz="900"/>
            </a:lvl4pPr>
            <a:lvl5pPr marL="1828617" indent="0">
              <a:buNone/>
              <a:defRPr sz="900"/>
            </a:lvl5pPr>
            <a:lvl6pPr marL="2285771" indent="0">
              <a:buNone/>
              <a:defRPr sz="900"/>
            </a:lvl6pPr>
            <a:lvl7pPr marL="2742926" indent="0">
              <a:buNone/>
              <a:defRPr sz="900"/>
            </a:lvl7pPr>
            <a:lvl8pPr marL="3200080" indent="0">
              <a:buNone/>
              <a:defRPr sz="900"/>
            </a:lvl8pPr>
            <a:lvl9pPr marL="3657234"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a:xfrm>
            <a:off x="465451" y="6461281"/>
            <a:ext cx="2618169" cy="365210"/>
          </a:xfrm>
        </p:spPr>
        <p:txBody>
          <a:bodyPr/>
          <a:lstStyle>
            <a:lvl1pPr algn="l">
              <a:defRPr/>
            </a:lvl1pPr>
          </a:lstStyle>
          <a:p>
            <a:fld id="{ED3D6733-6F27-4404-AB51-585418F146E5}" type="datetimeFigureOut">
              <a:rPr lang="ko-KR" altLang="en-US" smtClean="0"/>
              <a:pPr/>
              <a:t>2021-12-20</a:t>
            </a:fld>
            <a:endParaRPr lang="ko-KR" altLang="en-US"/>
          </a:p>
        </p:txBody>
      </p:sp>
      <p:sp>
        <p:nvSpPr>
          <p:cNvPr id="6" name="Footer Placeholder 5"/>
          <p:cNvSpPr>
            <a:spLocks noGrp="1"/>
          </p:cNvSpPr>
          <p:nvPr>
            <p:ph type="ftr" sz="quarter" idx="11"/>
          </p:nvPr>
        </p:nvSpPr>
        <p:spPr>
          <a:xfrm>
            <a:off x="4799975" y="6461281"/>
            <a:ext cx="4647595" cy="365210"/>
          </a:xfrm>
        </p:spPr>
        <p:txBody>
          <a:bodyPr/>
          <a:lstStyle>
            <a:lvl1pPr algn="l">
              <a:defRPr>
                <a:solidFill>
                  <a:schemeClr val="tx2"/>
                </a:solidFill>
              </a:defRPr>
            </a:lvl1pPr>
          </a:lstStyle>
          <a:p>
            <a:endParaRPr lang="ko-KR"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2576593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Rectangle 8"/>
          <p:cNvSpPr/>
          <p:nvPr/>
        </p:nvSpPr>
        <p:spPr>
          <a:xfrm>
            <a:off x="16" y="4916214"/>
            <a:ext cx="12187238" cy="64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137" y="5076095"/>
            <a:ext cx="10112329" cy="823151"/>
          </a:xfrm>
        </p:spPr>
        <p:txBody>
          <a:bodyPr tIns="0" bIns="0" anchor="b">
            <a:noAutofit/>
          </a:bodyPr>
          <a:lstStyle>
            <a:lvl1pPr>
              <a:defRPr sz="3600" b="0">
                <a:solidFill>
                  <a:schemeClr val="tx1"/>
                </a:solidFill>
              </a:defRPr>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5" y="0"/>
            <a:ext cx="12190398" cy="4916214"/>
          </a:xfrm>
          <a:solidFill>
            <a:schemeClr val="bg1">
              <a:lumMod val="50000"/>
              <a:lumOff val="50000"/>
            </a:schemeClr>
          </a:solidFill>
        </p:spPr>
        <p:txBody>
          <a:bodyPr lIns="457200" tIns="457200" anchor="t"/>
          <a:lstStyle>
            <a:lvl1pPr marL="0" indent="0">
              <a:buNone/>
              <a:defRPr sz="3200"/>
            </a:lvl1pPr>
            <a:lvl2pPr marL="457154" indent="0">
              <a:buNone/>
              <a:defRPr sz="2800"/>
            </a:lvl2pPr>
            <a:lvl3pPr marL="914309" indent="0">
              <a:buNone/>
              <a:defRPr sz="2400"/>
            </a:lvl3pPr>
            <a:lvl4pPr marL="1371463" indent="0">
              <a:buNone/>
              <a:defRPr sz="2000"/>
            </a:lvl4pPr>
            <a:lvl5pPr marL="1828617" indent="0">
              <a:buNone/>
              <a:defRPr sz="2000"/>
            </a:lvl5pPr>
            <a:lvl6pPr marL="2285771" indent="0">
              <a:buNone/>
              <a:defRPr sz="2000"/>
            </a:lvl6pPr>
            <a:lvl7pPr marL="2742926" indent="0">
              <a:buNone/>
              <a:defRPr sz="2000"/>
            </a:lvl7pPr>
            <a:lvl8pPr marL="3200080" indent="0">
              <a:buNone/>
              <a:defRPr sz="2000"/>
            </a:lvl8pPr>
            <a:lvl9pPr marL="3657234" indent="0">
              <a:buNone/>
              <a:defRPr sz="2000"/>
            </a:lvl9pPr>
          </a:lstStyle>
          <a:p>
            <a:r>
              <a:rPr lang="tr-TR"/>
              <a:t>Resim eklemek için simgeye tıklayın</a:t>
            </a:r>
            <a:endParaRPr lang="en-US" dirty="0"/>
          </a:p>
        </p:txBody>
      </p:sp>
      <p:sp>
        <p:nvSpPr>
          <p:cNvPr id="4" name="Text Placeholder 3"/>
          <p:cNvSpPr>
            <a:spLocks noGrp="1"/>
          </p:cNvSpPr>
          <p:nvPr>
            <p:ph type="body" sz="half" idx="2"/>
          </p:nvPr>
        </p:nvSpPr>
        <p:spPr>
          <a:xfrm>
            <a:off x="1097137" y="5908392"/>
            <a:ext cx="10111948" cy="594498"/>
          </a:xfrm>
        </p:spPr>
        <p:txBody>
          <a:bodyPr lIns="91440" tIns="0" rIns="91440" bIns="0">
            <a:normAutofit/>
          </a:bodyPr>
          <a:lstStyle>
            <a:lvl1pPr marL="0" indent="0">
              <a:spcBef>
                <a:spcPts val="0"/>
              </a:spcBef>
              <a:spcAft>
                <a:spcPts val="600"/>
              </a:spcAft>
              <a:buNone/>
              <a:defRPr sz="1500">
                <a:solidFill>
                  <a:schemeClr val="tx1"/>
                </a:solidFill>
              </a:defRPr>
            </a:lvl1pPr>
            <a:lvl2pPr marL="457154" indent="0">
              <a:buNone/>
              <a:defRPr sz="1200"/>
            </a:lvl2pPr>
            <a:lvl3pPr marL="914309" indent="0">
              <a:buNone/>
              <a:defRPr sz="1000"/>
            </a:lvl3pPr>
            <a:lvl4pPr marL="1371463" indent="0">
              <a:buNone/>
              <a:defRPr sz="900"/>
            </a:lvl4pPr>
            <a:lvl5pPr marL="1828617" indent="0">
              <a:buNone/>
              <a:defRPr sz="900"/>
            </a:lvl5pPr>
            <a:lvl6pPr marL="2285771" indent="0">
              <a:buNone/>
              <a:defRPr sz="900"/>
            </a:lvl6pPr>
            <a:lvl7pPr marL="2742926" indent="0">
              <a:buNone/>
              <a:defRPr sz="900"/>
            </a:lvl7pPr>
            <a:lvl8pPr marL="3200080" indent="0">
              <a:buNone/>
              <a:defRPr sz="900"/>
            </a:lvl8pPr>
            <a:lvl9pPr marL="3657234"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lvl1pPr>
              <a:defRPr>
                <a:solidFill>
                  <a:schemeClr val="tx2"/>
                </a:solidFill>
              </a:defRPr>
            </a:lvl1pPr>
          </a:lstStyle>
          <a:p>
            <a:fld id="{ED3D6733-6F27-4404-AB51-585418F146E5}" type="datetimeFigureOut">
              <a:rPr lang="ko-KR" altLang="en-US" smtClean="0"/>
              <a:pPr/>
              <a:t>2021-12-20</a:t>
            </a:fld>
            <a:endParaRPr lang="ko-KR" altLang="en-US"/>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ko-KR" alt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142692987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382147582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vertTitleAndTx" preserve="1">
  <p:cSld name="Dikey Başlık ve Metin">
    <p:spTree>
      <p:nvGrpSpPr>
        <p:cNvPr id="1" name=""/>
        <p:cNvGrpSpPr/>
        <p:nvPr/>
      </p:nvGrpSpPr>
      <p:grpSpPr>
        <a:xfrm>
          <a:off x="0" y="0"/>
          <a:ext cx="0" cy="0"/>
          <a:chOff x="0" y="0"/>
          <a:chExt cx="0" cy="0"/>
        </a:xfrm>
      </p:grpSpPr>
      <p:sp>
        <p:nvSpPr>
          <p:cNvPr id="7" name="Rectangle 6"/>
          <p:cNvSpPr/>
          <p:nvPr/>
        </p:nvSpPr>
        <p:spPr>
          <a:xfrm>
            <a:off x="3175" y="6402282"/>
            <a:ext cx="12187238" cy="4573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5783"/>
            <a:ext cx="12187238" cy="640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3764" y="412397"/>
            <a:ext cx="2628558" cy="5761232"/>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838091" y="412397"/>
            <a:ext cx="7733293" cy="5761232"/>
          </a:xfrm>
        </p:spPr>
        <p:txBody>
          <a:bodyPr vert="eaVert" lIns="45720" tIns="0" rIns="45720" bIns="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11"/>
          </p:nvPr>
        </p:nvSpPr>
        <p:spPr/>
        <p:txBody>
          <a:bodyPr/>
          <a:lstStyle/>
          <a:p>
            <a:endParaRPr lang="ko-KR" altLang="en-US"/>
          </a:p>
        </p:txBody>
      </p:sp>
      <p:sp>
        <p:nvSpPr>
          <p:cNvPr id="6" name="Slide Number Placeholder 5"/>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3701643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422" y="685959"/>
            <a:ext cx="9599950" cy="1486244"/>
          </a:xfrm>
          <a:prstGeom prst="rect">
            <a:avLst/>
          </a:prstGeom>
        </p:spPr>
        <p:txBody>
          <a:bodyPr vert="horz" lIns="91440" tIns="45720" rIns="91440" bIns="45720" rtlCol="0" anchor="t">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371422" y="2286529"/>
            <a:ext cx="9599950" cy="3582229"/>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390469" y="6454880"/>
            <a:ext cx="1204415" cy="404708"/>
          </a:xfrm>
          <a:prstGeom prst="rect">
            <a:avLst/>
          </a:prstGeom>
        </p:spPr>
        <p:txBody>
          <a:bodyPr vert="horz" lIns="91440" tIns="45720" rIns="91440" bIns="45720" rtlCol="0" anchor="ctr"/>
          <a:lstStyle>
            <a:lvl1pPr algn="l">
              <a:defRPr sz="1200" baseline="0">
                <a:solidFill>
                  <a:schemeClr val="tx2"/>
                </a:solidFill>
              </a:defRPr>
            </a:lvl1p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3"/>
          </p:nvPr>
        </p:nvSpPr>
        <p:spPr>
          <a:xfrm>
            <a:off x="2893188" y="6454880"/>
            <a:ext cx="6280012" cy="404708"/>
          </a:xfrm>
          <a:prstGeom prst="rect">
            <a:avLst/>
          </a:prstGeom>
        </p:spPr>
        <p:txBody>
          <a:bodyPr vert="horz" lIns="91440" tIns="45720" rIns="91440" bIns="45720" rtlCol="0" anchor="ctr"/>
          <a:lstStyle>
            <a:lvl1pPr algn="l">
              <a:defRPr sz="1200" baseline="0">
                <a:solidFill>
                  <a:schemeClr val="tx2"/>
                </a:solidFill>
              </a:defRPr>
            </a:lvl1pPr>
          </a:lstStyle>
          <a:p>
            <a:endParaRPr lang="ko-KR" altLang="en-US"/>
          </a:p>
        </p:txBody>
      </p:sp>
      <p:sp>
        <p:nvSpPr>
          <p:cNvPr id="6" name="Slide Number Placeholder 5"/>
          <p:cNvSpPr>
            <a:spLocks noGrp="1"/>
          </p:cNvSpPr>
          <p:nvPr>
            <p:ph type="sldNum" sz="quarter" idx="4"/>
          </p:nvPr>
        </p:nvSpPr>
        <p:spPr>
          <a:xfrm>
            <a:off x="9471503" y="6454880"/>
            <a:ext cx="1596084" cy="404708"/>
          </a:xfrm>
          <a:prstGeom prst="rect">
            <a:avLst/>
          </a:prstGeom>
        </p:spPr>
        <p:txBody>
          <a:bodyPr vert="horz" lIns="91440" tIns="45720" rIns="91440" bIns="45720" rtlCol="0" anchor="ctr"/>
          <a:lstStyle>
            <a:lvl1pPr algn="r">
              <a:defRPr sz="1200" baseline="0">
                <a:solidFill>
                  <a:schemeClr val="tx2"/>
                </a:solidFill>
              </a:defRPr>
            </a:lvl1pPr>
          </a:lstStyle>
          <a:p>
            <a:fld id="{EE6BC638-39B7-4287-91A7-2A3DDA573295}" type="slidenum">
              <a:rPr lang="ko-KR" altLang="en-US" smtClean="0"/>
              <a:pPr/>
              <a:t>‹#›</a:t>
            </a:fld>
            <a:endParaRPr lang="ko-KR" altLang="en-US"/>
          </a:p>
        </p:txBody>
      </p:sp>
      <p:sp>
        <p:nvSpPr>
          <p:cNvPr id="9" name="Rectangle 8" title="Side bar"/>
          <p:cNvSpPr/>
          <p:nvPr/>
        </p:nvSpPr>
        <p:spPr>
          <a:xfrm>
            <a:off x="478033" y="376"/>
            <a:ext cx="228570" cy="685958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3393677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309"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10" indent="-384010" algn="l" defTabSz="914309"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309" indent="-384010" algn="l" defTabSz="914309"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463" indent="-384010" algn="l" defTabSz="914309"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617" indent="-384010" algn="l" defTabSz="914309"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5771" indent="-384010" algn="l" defTabSz="914309"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2926" indent="-384010" algn="l" defTabSz="914309"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080" indent="-384010" algn="l" defTabSz="914309"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234" indent="-384010" algn="l" defTabSz="914309"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389" indent="-384010" algn="l" defTabSz="914309"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18D8A7CB-0FD1-4075-B958-F3CF73727D1D}"/>
              </a:ext>
            </a:extLst>
          </p:cNvPr>
          <p:cNvSpPr>
            <a:spLocks noGrp="1"/>
          </p:cNvSpPr>
          <p:nvPr>
            <p:ph type="title"/>
          </p:nvPr>
        </p:nvSpPr>
        <p:spPr>
          <a:xfrm>
            <a:off x="838091" y="365210"/>
            <a:ext cx="10514231" cy="1325870"/>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64E4EA27-DB77-474A-A335-14780A533A94}"/>
              </a:ext>
            </a:extLst>
          </p:cNvPr>
          <p:cNvSpPr>
            <a:spLocks noGrp="1"/>
          </p:cNvSpPr>
          <p:nvPr>
            <p:ph type="body" idx="1"/>
          </p:nvPr>
        </p:nvSpPr>
        <p:spPr>
          <a:xfrm>
            <a:off x="838091" y="1826048"/>
            <a:ext cx="10514231" cy="4352346"/>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F2205A7-B914-4BDF-808D-1D35EDE694AD}"/>
              </a:ext>
            </a:extLst>
          </p:cNvPr>
          <p:cNvSpPr>
            <a:spLocks noGrp="1"/>
          </p:cNvSpPr>
          <p:nvPr>
            <p:ph type="dt" sz="half" idx="2"/>
          </p:nvPr>
        </p:nvSpPr>
        <p:spPr>
          <a:xfrm>
            <a:off x="838091" y="6357822"/>
            <a:ext cx="2742843" cy="365210"/>
          </a:xfrm>
          <a:prstGeom prst="rect">
            <a:avLst/>
          </a:prstGeom>
        </p:spPr>
        <p:txBody>
          <a:bodyPr vert="horz" lIns="91440" tIns="45720" rIns="91440" bIns="45720" rtlCol="0" anchor="ctr"/>
          <a:lstStyle>
            <a:lvl1pPr algn="l">
              <a:defRPr sz="1200">
                <a:solidFill>
                  <a:schemeClr val="tx1">
                    <a:tint val="75000"/>
                  </a:schemeClr>
                </a:solidFill>
              </a:defRPr>
            </a:lvl1pPr>
          </a:lstStyle>
          <a:p>
            <a:fld id="{ED3D6733-6F27-4404-AB51-585418F146E5}" type="datetimeFigureOut">
              <a:rPr lang="ko-KR" altLang="en-US" smtClean="0"/>
              <a:pPr/>
              <a:t>2021-12-20</a:t>
            </a:fld>
            <a:endParaRPr lang="ko-KR" altLang="en-US"/>
          </a:p>
        </p:txBody>
      </p:sp>
      <p:sp>
        <p:nvSpPr>
          <p:cNvPr id="5" name="Alt Bilgi Yer Tutucusu 4">
            <a:extLst>
              <a:ext uri="{FF2B5EF4-FFF2-40B4-BE49-F238E27FC236}">
                <a16:creationId xmlns:a16="http://schemas.microsoft.com/office/drawing/2014/main" id="{CD8AEC38-877E-4E97-87C2-EE44B67B9585}"/>
              </a:ext>
            </a:extLst>
          </p:cNvPr>
          <p:cNvSpPr>
            <a:spLocks noGrp="1"/>
          </p:cNvSpPr>
          <p:nvPr>
            <p:ph type="ftr" sz="quarter" idx="3"/>
          </p:nvPr>
        </p:nvSpPr>
        <p:spPr>
          <a:xfrm>
            <a:off x="4038075" y="6357822"/>
            <a:ext cx="4114264" cy="365210"/>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Slayt Numarası Yer Tutucusu 5">
            <a:extLst>
              <a:ext uri="{FF2B5EF4-FFF2-40B4-BE49-F238E27FC236}">
                <a16:creationId xmlns:a16="http://schemas.microsoft.com/office/drawing/2014/main" id="{A0BF0DF1-4943-4443-B5D0-40D25E1F7326}"/>
              </a:ext>
            </a:extLst>
          </p:cNvPr>
          <p:cNvSpPr>
            <a:spLocks noGrp="1"/>
          </p:cNvSpPr>
          <p:nvPr>
            <p:ph type="sldNum" sz="quarter" idx="4"/>
          </p:nvPr>
        </p:nvSpPr>
        <p:spPr>
          <a:xfrm>
            <a:off x="8609479" y="6357822"/>
            <a:ext cx="2742843" cy="365210"/>
          </a:xfrm>
          <a:prstGeom prst="rect">
            <a:avLst/>
          </a:prstGeom>
        </p:spPr>
        <p:txBody>
          <a:bodyPr vert="horz" lIns="91440" tIns="45720" rIns="91440" bIns="45720" rtlCol="0" anchor="ctr"/>
          <a:lstStyle>
            <a:lvl1pPr algn="r">
              <a:defRPr sz="1200">
                <a:solidFill>
                  <a:schemeClr val="tx1">
                    <a:tint val="75000"/>
                  </a:schemeClr>
                </a:solidFill>
              </a:defRPr>
            </a:lvl1pPr>
          </a:lstStyle>
          <a:p>
            <a:fld id="{EE6BC638-39B7-4287-91A7-2A3DDA573295}" type="slidenum">
              <a:rPr lang="ko-KR" altLang="en-US" smtClean="0"/>
              <a:pPr/>
              <a:t>‹#›</a:t>
            </a:fld>
            <a:endParaRPr lang="ko-KR" altLang="en-US"/>
          </a:p>
        </p:txBody>
      </p:sp>
    </p:spTree>
    <p:extLst>
      <p:ext uri="{BB962C8B-B14F-4D97-AF65-F5344CB8AC3E}">
        <p14:creationId xmlns:p14="http://schemas.microsoft.com/office/powerpoint/2010/main" val="145147485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651" r:id="rId13"/>
    <p:sldLayoutId id="2147483656" r:id="rId14"/>
    <p:sldLayoutId id="2147483650" r:id="rId15"/>
    <p:sldLayoutId id="2147483657" r:id="rId16"/>
  </p:sldLayoutIdLst>
  <p:txStyles>
    <p:titleStyle>
      <a:lvl1pPr algn="l" defTabSz="914309"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77" indent="-228577" algn="l" defTabSz="914309"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31" indent="-228577" algn="l" defTabSz="914309"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886" indent="-228577" algn="l" defTabSz="914309"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040"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194"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lumMod val="75000"/>
            <a:lumOff val="25000"/>
          </a:schemeClr>
        </a:solidFill>
        <a:effectLst/>
      </p:bgPr>
    </p:bg>
    <p:spTree>
      <p:nvGrpSpPr>
        <p:cNvPr id="1" name=""/>
        <p:cNvGrpSpPr/>
        <p:nvPr/>
      </p:nvGrpSpPr>
      <p:grpSpPr>
        <a:xfrm>
          <a:off x="0" y="0"/>
          <a:ext cx="0" cy="0"/>
          <a:chOff x="0" y="0"/>
          <a:chExt cx="0" cy="0"/>
        </a:xfrm>
      </p:grpSpPr>
      <p:sp>
        <p:nvSpPr>
          <p:cNvPr id="7" name="Rectangle 6"/>
          <p:cNvSpPr/>
          <p:nvPr/>
        </p:nvSpPr>
        <p:spPr>
          <a:xfrm>
            <a:off x="1" y="6402282"/>
            <a:ext cx="12190413" cy="45730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5783"/>
            <a:ext cx="12190413" cy="664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137" y="286670"/>
            <a:ext cx="10057091" cy="1451093"/>
          </a:xfrm>
          <a:prstGeom prst="rect">
            <a:avLst/>
          </a:prstGeom>
        </p:spPr>
        <p:txBody>
          <a:bodyPr vert="horz" lIns="91440" tIns="45720" rIns="91440" bIns="45720" rtlCol="0" anchor="b">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097137" y="1846161"/>
            <a:ext cx="10057091" cy="4024292"/>
          </a:xfrm>
          <a:prstGeom prst="rect">
            <a:avLst/>
          </a:prstGeom>
        </p:spPr>
        <p:txBody>
          <a:bodyPr vert="horz" lIns="0" tIns="45720" rIns="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97138" y="6461281"/>
            <a:ext cx="2471949" cy="365210"/>
          </a:xfrm>
          <a:prstGeom prst="rect">
            <a:avLst/>
          </a:prstGeom>
        </p:spPr>
        <p:txBody>
          <a:bodyPr vert="horz" lIns="91440" tIns="45720" rIns="91440" bIns="45720" rtlCol="0" anchor="ctr"/>
          <a:lstStyle>
            <a:lvl1pPr algn="l">
              <a:defRPr sz="900">
                <a:solidFill>
                  <a:srgbClr val="FFFFFF"/>
                </a:solidFill>
              </a:defRPr>
            </a:lvl1pPr>
          </a:lstStyle>
          <a:p>
            <a:fld id="{ED3D6733-6F27-4404-AB51-585418F146E5}" type="datetimeFigureOut">
              <a:rPr lang="ko-KR" altLang="en-US" smtClean="0"/>
              <a:pPr/>
              <a:t>2021-12-20</a:t>
            </a:fld>
            <a:endParaRPr lang="ko-KR" altLang="en-US"/>
          </a:p>
        </p:txBody>
      </p:sp>
      <p:sp>
        <p:nvSpPr>
          <p:cNvPr id="5" name="Footer Placeholder 4"/>
          <p:cNvSpPr>
            <a:spLocks noGrp="1"/>
          </p:cNvSpPr>
          <p:nvPr>
            <p:ph type="ftr" sz="quarter" idx="3"/>
          </p:nvPr>
        </p:nvSpPr>
        <p:spPr>
          <a:xfrm>
            <a:off x="3685705" y="6461281"/>
            <a:ext cx="4822176" cy="365210"/>
          </a:xfrm>
          <a:prstGeom prst="rect">
            <a:avLst/>
          </a:prstGeom>
        </p:spPr>
        <p:txBody>
          <a:bodyPr vert="horz" lIns="91440" tIns="45720" rIns="91440" bIns="45720" rtlCol="0" anchor="ctr"/>
          <a:lstStyle>
            <a:lvl1pPr algn="ctr">
              <a:defRPr sz="900" cap="all" baseline="0">
                <a:solidFill>
                  <a:srgbClr val="FFFFFF"/>
                </a:solidFill>
              </a:defRPr>
            </a:lvl1pPr>
          </a:lstStyle>
          <a:p>
            <a:endParaRPr lang="ko-KR" altLang="en-US"/>
          </a:p>
        </p:txBody>
      </p:sp>
      <p:sp>
        <p:nvSpPr>
          <p:cNvPr id="6" name="Slide Number Placeholder 5"/>
          <p:cNvSpPr>
            <a:spLocks noGrp="1"/>
          </p:cNvSpPr>
          <p:nvPr>
            <p:ph type="sldNum" sz="quarter" idx="4"/>
          </p:nvPr>
        </p:nvSpPr>
        <p:spPr>
          <a:xfrm>
            <a:off x="9899170" y="6461281"/>
            <a:ext cx="1311854" cy="365210"/>
          </a:xfrm>
          <a:prstGeom prst="rect">
            <a:avLst/>
          </a:prstGeom>
        </p:spPr>
        <p:txBody>
          <a:bodyPr vert="horz" lIns="91440" tIns="45720" rIns="91440" bIns="45720" rtlCol="0" anchor="ctr"/>
          <a:lstStyle>
            <a:lvl1pPr algn="r">
              <a:defRPr sz="1050">
                <a:solidFill>
                  <a:srgbClr val="FFFFFF"/>
                </a:solidFill>
              </a:defRPr>
            </a:lvl1pPr>
          </a:lstStyle>
          <a:p>
            <a:fld id="{EE6BC638-39B7-4287-91A7-2A3DDA573295}" type="slidenum">
              <a:rPr lang="ko-KR" altLang="en-US" smtClean="0"/>
              <a:pPr/>
              <a:t>‹#›</a:t>
            </a:fld>
            <a:endParaRPr lang="ko-KR" altLang="en-US"/>
          </a:p>
        </p:txBody>
      </p:sp>
      <p:cxnSp>
        <p:nvCxnSpPr>
          <p:cNvPr id="10" name="Straight Connector 9"/>
          <p:cNvCxnSpPr/>
          <p:nvPr/>
        </p:nvCxnSpPr>
        <p:spPr>
          <a:xfrm>
            <a:off x="1193376" y="1738247"/>
            <a:ext cx="996566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3492361"/>
      </p:ext>
    </p:extLst>
  </p:cSld>
  <p:clrMap bg1="dk1" tx1="lt1" bg2="dk2"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txStyles>
    <p:titleStyle>
      <a:lvl1pPr algn="l" defTabSz="914309"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31" indent="-91431" algn="l" defTabSz="914309" rtl="0" eaLnBrk="1" latinLnBrk="0" hangingPunct="1">
        <a:lnSpc>
          <a:spcPct val="90000"/>
        </a:lnSpc>
        <a:spcBef>
          <a:spcPts val="1200"/>
        </a:spcBef>
        <a:spcAft>
          <a:spcPts val="200"/>
        </a:spcAft>
        <a:buClr>
          <a:schemeClr val="accent3"/>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10" indent="-182862" algn="l" defTabSz="914309" rtl="0" eaLnBrk="1" latinLnBrk="0" hangingPunct="1">
        <a:lnSpc>
          <a:spcPct val="90000"/>
        </a:lnSpc>
        <a:spcBef>
          <a:spcPts val="200"/>
        </a:spcBef>
        <a:spcAft>
          <a:spcPts val="400"/>
        </a:spcAft>
        <a:buClr>
          <a:schemeClr val="accent3"/>
        </a:buClr>
        <a:buFont typeface="Calibri" pitchFamily="34" charset="0"/>
        <a:buChar char="◦"/>
        <a:defRPr sz="1800" kern="1200">
          <a:solidFill>
            <a:schemeClr val="tx1">
              <a:lumMod val="75000"/>
              <a:lumOff val="25000"/>
            </a:schemeClr>
          </a:solidFill>
          <a:latin typeface="+mn-lt"/>
          <a:ea typeface="+mn-ea"/>
          <a:cs typeface="+mn-cs"/>
        </a:defRPr>
      </a:lvl2pPr>
      <a:lvl3pPr marL="566871" indent="-182862" algn="l" defTabSz="914309"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3pPr>
      <a:lvl4pPr marL="749733" indent="-182862" algn="l" defTabSz="914309"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4pPr>
      <a:lvl5pPr marL="932595" indent="-182862" algn="l" defTabSz="914309"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5pPr>
      <a:lvl6pPr marL="1099890" indent="-228577" algn="l" defTabSz="914309"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6pPr>
      <a:lvl7pPr marL="1299870" indent="-228577" algn="l" defTabSz="914309"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7pPr>
      <a:lvl8pPr marL="1499850" indent="-228577" algn="l" defTabSz="914309"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8pPr>
      <a:lvl9pPr marL="1699830" indent="-228577" algn="l" defTabSz="914309" rtl="0" eaLnBrk="1" latinLnBrk="0" hangingPunct="1">
        <a:lnSpc>
          <a:spcPct val="90000"/>
        </a:lnSpc>
        <a:spcBef>
          <a:spcPts val="200"/>
        </a:spcBef>
        <a:spcAft>
          <a:spcPts val="400"/>
        </a:spcAft>
        <a:buClr>
          <a:schemeClr val="accent3"/>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부제목 7"/>
          <p:cNvSpPr>
            <a:spLocks noGrp="1"/>
          </p:cNvSpPr>
          <p:nvPr>
            <p:ph type="subTitle" idx="1"/>
          </p:nvPr>
        </p:nvSpPr>
        <p:spPr>
          <a:xfrm>
            <a:off x="7823398" y="4241748"/>
            <a:ext cx="3816424" cy="844230"/>
          </a:xfrm>
        </p:spPr>
        <p:txBody>
          <a:bodyPr/>
          <a:lstStyle/>
          <a:p>
            <a:r>
              <a:rPr lang="tr-TR" altLang="ko-KR" dirty="0"/>
              <a:t>MERT EREN DOĞANÇAY 10E - 505</a:t>
            </a:r>
            <a:endParaRPr lang="en-US" altLang="ko-KR" dirty="0"/>
          </a:p>
        </p:txBody>
      </p:sp>
      <p:sp>
        <p:nvSpPr>
          <p:cNvPr id="7" name="제목 6"/>
          <p:cNvSpPr>
            <a:spLocks noGrp="1"/>
          </p:cNvSpPr>
          <p:nvPr>
            <p:ph type="ctrTitle"/>
          </p:nvPr>
        </p:nvSpPr>
        <p:spPr/>
        <p:txBody>
          <a:bodyPr/>
          <a:lstStyle/>
          <a:p>
            <a:r>
              <a:rPr lang="tr-TR" altLang="ko-KR" b="1" dirty="0"/>
              <a:t>BİNİCİLİK</a:t>
            </a:r>
            <a:endParaRPr lang="ko-KR" altLang="en-US" b="1" dirty="0"/>
          </a:p>
        </p:txBody>
      </p:sp>
      <p:grpSp>
        <p:nvGrpSpPr>
          <p:cNvPr id="26" name="그룹 25"/>
          <p:cNvGrpSpPr/>
          <p:nvPr/>
        </p:nvGrpSpPr>
        <p:grpSpPr>
          <a:xfrm>
            <a:off x="5427663" y="6166383"/>
            <a:ext cx="1335600" cy="338400"/>
            <a:chOff x="5427663" y="5711825"/>
            <a:chExt cx="1335600" cy="338400"/>
          </a:xfrm>
        </p:grpSpPr>
        <p:sp>
          <p:nvSpPr>
            <p:cNvPr id="27" name="AutoShape 3"/>
            <p:cNvSpPr>
              <a:spLocks noChangeAspect="1" noChangeArrowheads="1" noTextEdit="1"/>
            </p:cNvSpPr>
            <p:nvPr/>
          </p:nvSpPr>
          <p:spPr bwMode="auto">
            <a:xfrm>
              <a:off x="5429245" y="5711825"/>
              <a:ext cx="1332435" cy="3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28" name="Freeform 5"/>
            <p:cNvSpPr>
              <a:spLocks/>
            </p:cNvSpPr>
            <p:nvPr/>
          </p:nvSpPr>
          <p:spPr bwMode="auto">
            <a:xfrm>
              <a:off x="5628635" y="5887235"/>
              <a:ext cx="85453" cy="130393"/>
            </a:xfrm>
            <a:custGeom>
              <a:avLst/>
              <a:gdLst>
                <a:gd name="T0" fmla="*/ 83 w 83"/>
                <a:gd name="T1" fmla="*/ 90 h 130"/>
                <a:gd name="T2" fmla="*/ 79 w 83"/>
                <a:gd name="T3" fmla="*/ 108 h 130"/>
                <a:gd name="T4" fmla="*/ 69 w 83"/>
                <a:gd name="T5" fmla="*/ 120 h 130"/>
                <a:gd name="T6" fmla="*/ 54 w 83"/>
                <a:gd name="T7" fmla="*/ 128 h 130"/>
                <a:gd name="T8" fmla="*/ 36 w 83"/>
                <a:gd name="T9" fmla="*/ 130 h 130"/>
                <a:gd name="T10" fmla="*/ 24 w 83"/>
                <a:gd name="T11" fmla="*/ 129 h 130"/>
                <a:gd name="T12" fmla="*/ 14 w 83"/>
                <a:gd name="T13" fmla="*/ 127 h 130"/>
                <a:gd name="T14" fmla="*/ 7 w 83"/>
                <a:gd name="T15" fmla="*/ 124 h 130"/>
                <a:gd name="T16" fmla="*/ 3 w 83"/>
                <a:gd name="T17" fmla="*/ 121 h 130"/>
                <a:gd name="T18" fmla="*/ 1 w 83"/>
                <a:gd name="T19" fmla="*/ 117 h 130"/>
                <a:gd name="T20" fmla="*/ 0 w 83"/>
                <a:gd name="T21" fmla="*/ 110 h 130"/>
                <a:gd name="T22" fmla="*/ 0 w 83"/>
                <a:gd name="T23" fmla="*/ 105 h 130"/>
                <a:gd name="T24" fmla="*/ 1 w 83"/>
                <a:gd name="T25" fmla="*/ 102 h 130"/>
                <a:gd name="T26" fmla="*/ 2 w 83"/>
                <a:gd name="T27" fmla="*/ 100 h 130"/>
                <a:gd name="T28" fmla="*/ 4 w 83"/>
                <a:gd name="T29" fmla="*/ 99 h 130"/>
                <a:gd name="T30" fmla="*/ 8 w 83"/>
                <a:gd name="T31" fmla="*/ 101 h 130"/>
                <a:gd name="T32" fmla="*/ 14 w 83"/>
                <a:gd name="T33" fmla="*/ 105 h 130"/>
                <a:gd name="T34" fmla="*/ 24 w 83"/>
                <a:gd name="T35" fmla="*/ 108 h 130"/>
                <a:gd name="T36" fmla="*/ 36 w 83"/>
                <a:gd name="T37" fmla="*/ 110 h 130"/>
                <a:gd name="T38" fmla="*/ 45 w 83"/>
                <a:gd name="T39" fmla="*/ 109 h 130"/>
                <a:gd name="T40" fmla="*/ 51 w 83"/>
                <a:gd name="T41" fmla="*/ 105 h 130"/>
                <a:gd name="T42" fmla="*/ 55 w 83"/>
                <a:gd name="T43" fmla="*/ 100 h 130"/>
                <a:gd name="T44" fmla="*/ 56 w 83"/>
                <a:gd name="T45" fmla="*/ 94 h 130"/>
                <a:gd name="T46" fmla="*/ 54 w 83"/>
                <a:gd name="T47" fmla="*/ 86 h 130"/>
                <a:gd name="T48" fmla="*/ 48 w 83"/>
                <a:gd name="T49" fmla="*/ 81 h 130"/>
                <a:gd name="T50" fmla="*/ 39 w 83"/>
                <a:gd name="T51" fmla="*/ 76 h 130"/>
                <a:gd name="T52" fmla="*/ 29 w 83"/>
                <a:gd name="T53" fmla="*/ 72 h 130"/>
                <a:gd name="T54" fmla="*/ 19 w 83"/>
                <a:gd name="T55" fmla="*/ 66 h 130"/>
                <a:gd name="T56" fmla="*/ 11 w 83"/>
                <a:gd name="T57" fmla="*/ 59 h 130"/>
                <a:gd name="T58" fmla="*/ 5 w 83"/>
                <a:gd name="T59" fmla="*/ 50 h 130"/>
                <a:gd name="T60" fmla="*/ 2 w 83"/>
                <a:gd name="T61" fmla="*/ 36 h 130"/>
                <a:gd name="T62" fmla="*/ 6 w 83"/>
                <a:gd name="T63" fmla="*/ 20 h 130"/>
                <a:gd name="T64" fmla="*/ 15 w 83"/>
                <a:gd name="T65" fmla="*/ 9 h 130"/>
                <a:gd name="T66" fmla="*/ 28 w 83"/>
                <a:gd name="T67" fmla="*/ 2 h 130"/>
                <a:gd name="T68" fmla="*/ 45 w 83"/>
                <a:gd name="T69" fmla="*/ 0 h 130"/>
                <a:gd name="T70" fmla="*/ 54 w 83"/>
                <a:gd name="T71" fmla="*/ 0 h 130"/>
                <a:gd name="T72" fmla="*/ 62 w 83"/>
                <a:gd name="T73" fmla="*/ 2 h 130"/>
                <a:gd name="T74" fmla="*/ 69 w 83"/>
                <a:gd name="T75" fmla="*/ 5 h 130"/>
                <a:gd name="T76" fmla="*/ 73 w 83"/>
                <a:gd name="T77" fmla="*/ 7 h 130"/>
                <a:gd name="T78" fmla="*/ 75 w 83"/>
                <a:gd name="T79" fmla="*/ 9 h 130"/>
                <a:gd name="T80" fmla="*/ 75 w 83"/>
                <a:gd name="T81" fmla="*/ 11 h 130"/>
                <a:gd name="T82" fmla="*/ 75 w 83"/>
                <a:gd name="T83" fmla="*/ 13 h 130"/>
                <a:gd name="T84" fmla="*/ 76 w 83"/>
                <a:gd name="T85" fmla="*/ 18 h 130"/>
                <a:gd name="T86" fmla="*/ 75 w 83"/>
                <a:gd name="T87" fmla="*/ 22 h 130"/>
                <a:gd name="T88" fmla="*/ 75 w 83"/>
                <a:gd name="T89" fmla="*/ 26 h 130"/>
                <a:gd name="T90" fmla="*/ 74 w 83"/>
                <a:gd name="T91" fmla="*/ 28 h 130"/>
                <a:gd name="T92" fmla="*/ 72 w 83"/>
                <a:gd name="T93" fmla="*/ 28 h 130"/>
                <a:gd name="T94" fmla="*/ 69 w 83"/>
                <a:gd name="T95" fmla="*/ 27 h 130"/>
                <a:gd name="T96" fmla="*/ 63 w 83"/>
                <a:gd name="T97" fmla="*/ 24 h 130"/>
                <a:gd name="T98" fmla="*/ 55 w 83"/>
                <a:gd name="T99" fmla="*/ 21 h 130"/>
                <a:gd name="T100" fmla="*/ 45 w 83"/>
                <a:gd name="T101" fmla="*/ 20 h 130"/>
                <a:gd name="T102" fmla="*/ 38 w 83"/>
                <a:gd name="T103" fmla="*/ 21 h 130"/>
                <a:gd name="T104" fmla="*/ 33 w 83"/>
                <a:gd name="T105" fmla="*/ 23 h 130"/>
                <a:gd name="T106" fmla="*/ 30 w 83"/>
                <a:gd name="T107" fmla="*/ 28 h 130"/>
                <a:gd name="T108" fmla="*/ 28 w 83"/>
                <a:gd name="T109" fmla="*/ 33 h 130"/>
                <a:gd name="T110" fmla="*/ 31 w 83"/>
                <a:gd name="T111" fmla="*/ 40 h 130"/>
                <a:gd name="T112" fmla="*/ 37 w 83"/>
                <a:gd name="T113" fmla="*/ 46 h 130"/>
                <a:gd name="T114" fmla="*/ 46 w 83"/>
                <a:gd name="T115" fmla="*/ 50 h 130"/>
                <a:gd name="T116" fmla="*/ 56 w 83"/>
                <a:gd name="T117" fmla="*/ 55 h 130"/>
                <a:gd name="T118" fmla="*/ 66 w 83"/>
                <a:gd name="T119" fmla="*/ 60 h 130"/>
                <a:gd name="T120" fmla="*/ 74 w 83"/>
                <a:gd name="T121" fmla="*/ 67 h 130"/>
                <a:gd name="T122" fmla="*/ 81 w 83"/>
                <a:gd name="T123" fmla="*/ 77 h 130"/>
                <a:gd name="T124" fmla="*/ 83 w 83"/>
                <a:gd name="T125" fmla="*/ 9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3" h="130">
                  <a:moveTo>
                    <a:pt x="83" y="90"/>
                  </a:moveTo>
                  <a:cubicBezTo>
                    <a:pt x="83" y="97"/>
                    <a:pt x="82" y="103"/>
                    <a:pt x="79" y="108"/>
                  </a:cubicBezTo>
                  <a:cubicBezTo>
                    <a:pt x="77" y="113"/>
                    <a:pt x="73" y="117"/>
                    <a:pt x="69" y="120"/>
                  </a:cubicBezTo>
                  <a:cubicBezTo>
                    <a:pt x="65" y="124"/>
                    <a:pt x="60" y="126"/>
                    <a:pt x="54" y="128"/>
                  </a:cubicBezTo>
                  <a:cubicBezTo>
                    <a:pt x="49" y="130"/>
                    <a:pt x="42" y="130"/>
                    <a:pt x="36" y="130"/>
                  </a:cubicBezTo>
                  <a:cubicBezTo>
                    <a:pt x="32" y="130"/>
                    <a:pt x="28" y="130"/>
                    <a:pt x="24" y="129"/>
                  </a:cubicBezTo>
                  <a:cubicBezTo>
                    <a:pt x="20" y="129"/>
                    <a:pt x="17" y="128"/>
                    <a:pt x="14" y="127"/>
                  </a:cubicBezTo>
                  <a:cubicBezTo>
                    <a:pt x="11" y="126"/>
                    <a:pt x="9" y="125"/>
                    <a:pt x="7" y="124"/>
                  </a:cubicBezTo>
                  <a:cubicBezTo>
                    <a:pt x="5" y="122"/>
                    <a:pt x="3" y="121"/>
                    <a:pt x="3" y="121"/>
                  </a:cubicBezTo>
                  <a:cubicBezTo>
                    <a:pt x="2" y="120"/>
                    <a:pt x="1" y="119"/>
                    <a:pt x="1" y="117"/>
                  </a:cubicBezTo>
                  <a:cubicBezTo>
                    <a:pt x="0" y="115"/>
                    <a:pt x="0" y="113"/>
                    <a:pt x="0" y="110"/>
                  </a:cubicBezTo>
                  <a:cubicBezTo>
                    <a:pt x="0" y="108"/>
                    <a:pt x="0" y="106"/>
                    <a:pt x="0" y="105"/>
                  </a:cubicBezTo>
                  <a:cubicBezTo>
                    <a:pt x="1" y="104"/>
                    <a:pt x="1" y="103"/>
                    <a:pt x="1" y="102"/>
                  </a:cubicBezTo>
                  <a:cubicBezTo>
                    <a:pt x="1" y="101"/>
                    <a:pt x="2" y="100"/>
                    <a:pt x="2" y="100"/>
                  </a:cubicBezTo>
                  <a:cubicBezTo>
                    <a:pt x="3" y="100"/>
                    <a:pt x="3" y="99"/>
                    <a:pt x="4" y="99"/>
                  </a:cubicBezTo>
                  <a:cubicBezTo>
                    <a:pt x="5" y="99"/>
                    <a:pt x="6" y="100"/>
                    <a:pt x="8" y="101"/>
                  </a:cubicBezTo>
                  <a:cubicBezTo>
                    <a:pt x="9" y="102"/>
                    <a:pt x="12" y="103"/>
                    <a:pt x="14" y="105"/>
                  </a:cubicBezTo>
                  <a:cubicBezTo>
                    <a:pt x="17" y="106"/>
                    <a:pt x="20" y="107"/>
                    <a:pt x="24" y="108"/>
                  </a:cubicBezTo>
                  <a:cubicBezTo>
                    <a:pt x="27" y="109"/>
                    <a:pt x="31" y="110"/>
                    <a:pt x="36" y="110"/>
                  </a:cubicBezTo>
                  <a:cubicBezTo>
                    <a:pt x="39" y="110"/>
                    <a:pt x="42" y="109"/>
                    <a:pt x="45" y="109"/>
                  </a:cubicBezTo>
                  <a:cubicBezTo>
                    <a:pt x="47" y="108"/>
                    <a:pt x="49" y="107"/>
                    <a:pt x="51" y="105"/>
                  </a:cubicBezTo>
                  <a:cubicBezTo>
                    <a:pt x="53" y="104"/>
                    <a:pt x="54" y="102"/>
                    <a:pt x="55" y="100"/>
                  </a:cubicBezTo>
                  <a:cubicBezTo>
                    <a:pt x="56" y="98"/>
                    <a:pt x="56" y="96"/>
                    <a:pt x="56" y="94"/>
                  </a:cubicBezTo>
                  <a:cubicBezTo>
                    <a:pt x="56" y="91"/>
                    <a:pt x="55" y="88"/>
                    <a:pt x="54" y="86"/>
                  </a:cubicBezTo>
                  <a:cubicBezTo>
                    <a:pt x="52" y="84"/>
                    <a:pt x="50" y="82"/>
                    <a:pt x="48" y="81"/>
                  </a:cubicBezTo>
                  <a:cubicBezTo>
                    <a:pt x="45" y="79"/>
                    <a:pt x="42" y="78"/>
                    <a:pt x="39" y="76"/>
                  </a:cubicBezTo>
                  <a:cubicBezTo>
                    <a:pt x="36" y="75"/>
                    <a:pt x="33" y="73"/>
                    <a:pt x="29" y="72"/>
                  </a:cubicBezTo>
                  <a:cubicBezTo>
                    <a:pt x="26" y="70"/>
                    <a:pt x="23" y="68"/>
                    <a:pt x="19" y="66"/>
                  </a:cubicBezTo>
                  <a:cubicBezTo>
                    <a:pt x="16" y="65"/>
                    <a:pt x="13" y="62"/>
                    <a:pt x="11" y="59"/>
                  </a:cubicBezTo>
                  <a:cubicBezTo>
                    <a:pt x="8" y="57"/>
                    <a:pt x="6" y="53"/>
                    <a:pt x="5" y="50"/>
                  </a:cubicBezTo>
                  <a:cubicBezTo>
                    <a:pt x="3" y="46"/>
                    <a:pt x="2" y="41"/>
                    <a:pt x="2" y="36"/>
                  </a:cubicBezTo>
                  <a:cubicBezTo>
                    <a:pt x="2" y="30"/>
                    <a:pt x="3" y="25"/>
                    <a:pt x="6" y="20"/>
                  </a:cubicBezTo>
                  <a:cubicBezTo>
                    <a:pt x="8" y="15"/>
                    <a:pt x="11" y="12"/>
                    <a:pt x="15" y="9"/>
                  </a:cubicBezTo>
                  <a:cubicBezTo>
                    <a:pt x="19" y="6"/>
                    <a:pt x="23" y="3"/>
                    <a:pt x="28" y="2"/>
                  </a:cubicBezTo>
                  <a:cubicBezTo>
                    <a:pt x="34" y="0"/>
                    <a:pt x="39" y="0"/>
                    <a:pt x="45" y="0"/>
                  </a:cubicBezTo>
                  <a:cubicBezTo>
                    <a:pt x="48" y="0"/>
                    <a:pt x="51" y="0"/>
                    <a:pt x="54" y="0"/>
                  </a:cubicBezTo>
                  <a:cubicBezTo>
                    <a:pt x="57" y="1"/>
                    <a:pt x="60" y="1"/>
                    <a:pt x="62" y="2"/>
                  </a:cubicBezTo>
                  <a:cubicBezTo>
                    <a:pt x="65" y="3"/>
                    <a:pt x="67" y="4"/>
                    <a:pt x="69" y="5"/>
                  </a:cubicBezTo>
                  <a:cubicBezTo>
                    <a:pt x="71" y="6"/>
                    <a:pt x="73" y="7"/>
                    <a:pt x="73" y="7"/>
                  </a:cubicBezTo>
                  <a:cubicBezTo>
                    <a:pt x="74" y="8"/>
                    <a:pt x="74" y="8"/>
                    <a:pt x="75" y="9"/>
                  </a:cubicBezTo>
                  <a:cubicBezTo>
                    <a:pt x="75" y="9"/>
                    <a:pt x="75" y="10"/>
                    <a:pt x="75" y="11"/>
                  </a:cubicBezTo>
                  <a:cubicBezTo>
                    <a:pt x="75" y="11"/>
                    <a:pt x="75" y="12"/>
                    <a:pt x="75" y="13"/>
                  </a:cubicBezTo>
                  <a:cubicBezTo>
                    <a:pt x="76" y="15"/>
                    <a:pt x="76" y="16"/>
                    <a:pt x="76" y="18"/>
                  </a:cubicBezTo>
                  <a:cubicBezTo>
                    <a:pt x="76" y="20"/>
                    <a:pt x="76" y="21"/>
                    <a:pt x="75" y="22"/>
                  </a:cubicBezTo>
                  <a:cubicBezTo>
                    <a:pt x="75" y="24"/>
                    <a:pt x="75" y="25"/>
                    <a:pt x="75" y="26"/>
                  </a:cubicBezTo>
                  <a:cubicBezTo>
                    <a:pt x="75" y="27"/>
                    <a:pt x="74" y="27"/>
                    <a:pt x="74" y="28"/>
                  </a:cubicBezTo>
                  <a:cubicBezTo>
                    <a:pt x="74" y="28"/>
                    <a:pt x="73" y="28"/>
                    <a:pt x="72" y="28"/>
                  </a:cubicBezTo>
                  <a:cubicBezTo>
                    <a:pt x="72" y="28"/>
                    <a:pt x="70" y="28"/>
                    <a:pt x="69" y="27"/>
                  </a:cubicBezTo>
                  <a:cubicBezTo>
                    <a:pt x="67" y="26"/>
                    <a:pt x="65" y="25"/>
                    <a:pt x="63" y="24"/>
                  </a:cubicBezTo>
                  <a:cubicBezTo>
                    <a:pt x="61" y="23"/>
                    <a:pt x="58" y="22"/>
                    <a:pt x="55" y="21"/>
                  </a:cubicBezTo>
                  <a:cubicBezTo>
                    <a:pt x="52" y="20"/>
                    <a:pt x="49" y="20"/>
                    <a:pt x="45" y="20"/>
                  </a:cubicBezTo>
                  <a:cubicBezTo>
                    <a:pt x="42" y="20"/>
                    <a:pt x="40" y="20"/>
                    <a:pt x="38" y="21"/>
                  </a:cubicBezTo>
                  <a:cubicBezTo>
                    <a:pt x="36" y="21"/>
                    <a:pt x="34" y="22"/>
                    <a:pt x="33" y="23"/>
                  </a:cubicBezTo>
                  <a:cubicBezTo>
                    <a:pt x="31" y="25"/>
                    <a:pt x="30" y="26"/>
                    <a:pt x="30" y="28"/>
                  </a:cubicBezTo>
                  <a:cubicBezTo>
                    <a:pt x="29" y="29"/>
                    <a:pt x="28" y="31"/>
                    <a:pt x="28" y="33"/>
                  </a:cubicBezTo>
                  <a:cubicBezTo>
                    <a:pt x="28" y="36"/>
                    <a:pt x="29" y="38"/>
                    <a:pt x="31" y="40"/>
                  </a:cubicBezTo>
                  <a:cubicBezTo>
                    <a:pt x="32" y="42"/>
                    <a:pt x="34" y="44"/>
                    <a:pt x="37" y="46"/>
                  </a:cubicBezTo>
                  <a:cubicBezTo>
                    <a:pt x="40" y="47"/>
                    <a:pt x="42" y="49"/>
                    <a:pt x="46" y="50"/>
                  </a:cubicBezTo>
                  <a:cubicBezTo>
                    <a:pt x="49" y="52"/>
                    <a:pt x="52" y="53"/>
                    <a:pt x="56" y="55"/>
                  </a:cubicBezTo>
                  <a:cubicBezTo>
                    <a:pt x="59" y="56"/>
                    <a:pt x="62" y="58"/>
                    <a:pt x="66" y="60"/>
                  </a:cubicBezTo>
                  <a:cubicBezTo>
                    <a:pt x="69" y="62"/>
                    <a:pt x="72" y="65"/>
                    <a:pt x="74" y="67"/>
                  </a:cubicBezTo>
                  <a:cubicBezTo>
                    <a:pt x="77" y="70"/>
                    <a:pt x="79" y="73"/>
                    <a:pt x="81" y="77"/>
                  </a:cubicBezTo>
                  <a:cubicBezTo>
                    <a:pt x="82" y="81"/>
                    <a:pt x="83" y="85"/>
                    <a:pt x="83" y="90"/>
                  </a:cubicBez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29" name="Freeform 6"/>
            <p:cNvSpPr>
              <a:spLocks/>
            </p:cNvSpPr>
            <p:nvPr/>
          </p:nvSpPr>
          <p:spPr bwMode="auto">
            <a:xfrm>
              <a:off x="5726748" y="5879473"/>
              <a:ext cx="26902" cy="138155"/>
            </a:xfrm>
            <a:custGeom>
              <a:avLst/>
              <a:gdLst>
                <a:gd name="T0" fmla="*/ 25 w 25"/>
                <a:gd name="T1" fmla="*/ 133 h 137"/>
                <a:gd name="T2" fmla="*/ 24 w 25"/>
                <a:gd name="T3" fmla="*/ 135 h 137"/>
                <a:gd name="T4" fmla="*/ 22 w 25"/>
                <a:gd name="T5" fmla="*/ 136 h 137"/>
                <a:gd name="T6" fmla="*/ 18 w 25"/>
                <a:gd name="T7" fmla="*/ 137 h 137"/>
                <a:gd name="T8" fmla="*/ 12 w 25"/>
                <a:gd name="T9" fmla="*/ 137 h 137"/>
                <a:gd name="T10" fmla="*/ 7 w 25"/>
                <a:gd name="T11" fmla="*/ 137 h 137"/>
                <a:gd name="T12" fmla="*/ 3 w 25"/>
                <a:gd name="T13" fmla="*/ 136 h 137"/>
                <a:gd name="T14" fmla="*/ 1 w 25"/>
                <a:gd name="T15" fmla="*/ 135 h 137"/>
                <a:gd name="T16" fmla="*/ 0 w 25"/>
                <a:gd name="T17" fmla="*/ 133 h 137"/>
                <a:gd name="T18" fmla="*/ 0 w 25"/>
                <a:gd name="T19" fmla="*/ 4 h 137"/>
                <a:gd name="T20" fmla="*/ 1 w 25"/>
                <a:gd name="T21" fmla="*/ 3 h 137"/>
                <a:gd name="T22" fmla="*/ 3 w 25"/>
                <a:gd name="T23" fmla="*/ 1 h 137"/>
                <a:gd name="T24" fmla="*/ 7 w 25"/>
                <a:gd name="T25" fmla="*/ 1 h 137"/>
                <a:gd name="T26" fmla="*/ 12 w 25"/>
                <a:gd name="T27" fmla="*/ 0 h 137"/>
                <a:gd name="T28" fmla="*/ 18 w 25"/>
                <a:gd name="T29" fmla="*/ 1 h 137"/>
                <a:gd name="T30" fmla="*/ 22 w 25"/>
                <a:gd name="T31" fmla="*/ 1 h 137"/>
                <a:gd name="T32" fmla="*/ 24 w 25"/>
                <a:gd name="T33" fmla="*/ 3 h 137"/>
                <a:gd name="T34" fmla="*/ 25 w 25"/>
                <a:gd name="T35" fmla="*/ 4 h 137"/>
                <a:gd name="T36" fmla="*/ 25 w 25"/>
                <a:gd name="T37" fmla="*/ 133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 h="137">
                  <a:moveTo>
                    <a:pt x="25" y="133"/>
                  </a:moveTo>
                  <a:cubicBezTo>
                    <a:pt x="25" y="133"/>
                    <a:pt x="25" y="134"/>
                    <a:pt x="24" y="135"/>
                  </a:cubicBezTo>
                  <a:cubicBezTo>
                    <a:pt x="24" y="135"/>
                    <a:pt x="23" y="135"/>
                    <a:pt x="22" y="136"/>
                  </a:cubicBezTo>
                  <a:cubicBezTo>
                    <a:pt x="21" y="136"/>
                    <a:pt x="20" y="136"/>
                    <a:pt x="18" y="137"/>
                  </a:cubicBezTo>
                  <a:cubicBezTo>
                    <a:pt x="17" y="137"/>
                    <a:pt x="15" y="137"/>
                    <a:pt x="12" y="137"/>
                  </a:cubicBezTo>
                  <a:cubicBezTo>
                    <a:pt x="10" y="137"/>
                    <a:pt x="8" y="137"/>
                    <a:pt x="7" y="137"/>
                  </a:cubicBezTo>
                  <a:cubicBezTo>
                    <a:pt x="5" y="136"/>
                    <a:pt x="4" y="136"/>
                    <a:pt x="3" y="136"/>
                  </a:cubicBezTo>
                  <a:cubicBezTo>
                    <a:pt x="2" y="135"/>
                    <a:pt x="1" y="135"/>
                    <a:pt x="1" y="135"/>
                  </a:cubicBezTo>
                  <a:cubicBezTo>
                    <a:pt x="0" y="134"/>
                    <a:pt x="0" y="133"/>
                    <a:pt x="0" y="133"/>
                  </a:cubicBezTo>
                  <a:cubicBezTo>
                    <a:pt x="0" y="4"/>
                    <a:pt x="0" y="4"/>
                    <a:pt x="0" y="4"/>
                  </a:cubicBezTo>
                  <a:cubicBezTo>
                    <a:pt x="0" y="4"/>
                    <a:pt x="0" y="3"/>
                    <a:pt x="1" y="3"/>
                  </a:cubicBezTo>
                  <a:cubicBezTo>
                    <a:pt x="1" y="2"/>
                    <a:pt x="2" y="2"/>
                    <a:pt x="3" y="1"/>
                  </a:cubicBezTo>
                  <a:cubicBezTo>
                    <a:pt x="4" y="1"/>
                    <a:pt x="5" y="1"/>
                    <a:pt x="7" y="1"/>
                  </a:cubicBezTo>
                  <a:cubicBezTo>
                    <a:pt x="8" y="0"/>
                    <a:pt x="10" y="0"/>
                    <a:pt x="12" y="0"/>
                  </a:cubicBezTo>
                  <a:cubicBezTo>
                    <a:pt x="15" y="0"/>
                    <a:pt x="17" y="0"/>
                    <a:pt x="18" y="1"/>
                  </a:cubicBezTo>
                  <a:cubicBezTo>
                    <a:pt x="20" y="1"/>
                    <a:pt x="21" y="1"/>
                    <a:pt x="22" y="1"/>
                  </a:cubicBezTo>
                  <a:cubicBezTo>
                    <a:pt x="23" y="2"/>
                    <a:pt x="24" y="2"/>
                    <a:pt x="24" y="3"/>
                  </a:cubicBezTo>
                  <a:cubicBezTo>
                    <a:pt x="25" y="3"/>
                    <a:pt x="25" y="4"/>
                    <a:pt x="25" y="4"/>
                  </a:cubicBezTo>
                  <a:lnTo>
                    <a:pt x="25" y="133"/>
                  </a:ln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0" name="Freeform 7"/>
            <p:cNvSpPr>
              <a:spLocks noEditPoints="1"/>
            </p:cNvSpPr>
            <p:nvPr/>
          </p:nvSpPr>
          <p:spPr bwMode="auto">
            <a:xfrm>
              <a:off x="5771057" y="5882577"/>
              <a:ext cx="28484" cy="135050"/>
            </a:xfrm>
            <a:custGeom>
              <a:avLst/>
              <a:gdLst>
                <a:gd name="T0" fmla="*/ 28 w 28"/>
                <a:gd name="T1" fmla="*/ 12 h 133"/>
                <a:gd name="T2" fmla="*/ 25 w 28"/>
                <a:gd name="T3" fmla="*/ 22 h 133"/>
                <a:gd name="T4" fmla="*/ 14 w 28"/>
                <a:gd name="T5" fmla="*/ 25 h 133"/>
                <a:gd name="T6" fmla="*/ 2 w 28"/>
                <a:gd name="T7" fmla="*/ 23 h 133"/>
                <a:gd name="T8" fmla="*/ 0 w 28"/>
                <a:gd name="T9" fmla="*/ 13 h 133"/>
                <a:gd name="T10" fmla="*/ 3 w 28"/>
                <a:gd name="T11" fmla="*/ 2 h 133"/>
                <a:gd name="T12" fmla="*/ 14 w 28"/>
                <a:gd name="T13" fmla="*/ 0 h 133"/>
                <a:gd name="T14" fmla="*/ 25 w 28"/>
                <a:gd name="T15" fmla="*/ 2 h 133"/>
                <a:gd name="T16" fmla="*/ 28 w 28"/>
                <a:gd name="T17" fmla="*/ 12 h 133"/>
                <a:gd name="T18" fmla="*/ 26 w 28"/>
                <a:gd name="T19" fmla="*/ 129 h 133"/>
                <a:gd name="T20" fmla="*/ 25 w 28"/>
                <a:gd name="T21" fmla="*/ 131 h 133"/>
                <a:gd name="T22" fmla="*/ 23 w 28"/>
                <a:gd name="T23" fmla="*/ 132 h 133"/>
                <a:gd name="T24" fmla="*/ 20 w 28"/>
                <a:gd name="T25" fmla="*/ 133 h 133"/>
                <a:gd name="T26" fmla="*/ 14 w 28"/>
                <a:gd name="T27" fmla="*/ 133 h 133"/>
                <a:gd name="T28" fmla="*/ 8 w 28"/>
                <a:gd name="T29" fmla="*/ 133 h 133"/>
                <a:gd name="T30" fmla="*/ 4 w 28"/>
                <a:gd name="T31" fmla="*/ 132 h 133"/>
                <a:gd name="T32" fmla="*/ 2 w 28"/>
                <a:gd name="T33" fmla="*/ 131 h 133"/>
                <a:gd name="T34" fmla="*/ 1 w 28"/>
                <a:gd name="T35" fmla="*/ 129 h 133"/>
                <a:gd name="T36" fmla="*/ 1 w 28"/>
                <a:gd name="T37" fmla="*/ 42 h 133"/>
                <a:gd name="T38" fmla="*/ 2 w 28"/>
                <a:gd name="T39" fmla="*/ 40 h 133"/>
                <a:gd name="T40" fmla="*/ 4 w 28"/>
                <a:gd name="T41" fmla="*/ 39 h 133"/>
                <a:gd name="T42" fmla="*/ 8 w 28"/>
                <a:gd name="T43" fmla="*/ 38 h 133"/>
                <a:gd name="T44" fmla="*/ 14 w 28"/>
                <a:gd name="T45" fmla="*/ 38 h 133"/>
                <a:gd name="T46" fmla="*/ 20 w 28"/>
                <a:gd name="T47" fmla="*/ 38 h 133"/>
                <a:gd name="T48" fmla="*/ 23 w 28"/>
                <a:gd name="T49" fmla="*/ 39 h 133"/>
                <a:gd name="T50" fmla="*/ 25 w 28"/>
                <a:gd name="T51" fmla="*/ 40 h 133"/>
                <a:gd name="T52" fmla="*/ 26 w 28"/>
                <a:gd name="T53" fmla="*/ 42 h 133"/>
                <a:gd name="T54" fmla="*/ 26 w 28"/>
                <a:gd name="T55" fmla="*/ 129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 h="133">
                  <a:moveTo>
                    <a:pt x="28" y="12"/>
                  </a:moveTo>
                  <a:cubicBezTo>
                    <a:pt x="28" y="17"/>
                    <a:pt x="27" y="21"/>
                    <a:pt x="25" y="22"/>
                  </a:cubicBezTo>
                  <a:cubicBezTo>
                    <a:pt x="23" y="24"/>
                    <a:pt x="19" y="25"/>
                    <a:pt x="14" y="25"/>
                  </a:cubicBezTo>
                  <a:cubicBezTo>
                    <a:pt x="8" y="25"/>
                    <a:pt x="4" y="24"/>
                    <a:pt x="2" y="23"/>
                  </a:cubicBezTo>
                  <a:cubicBezTo>
                    <a:pt x="0" y="21"/>
                    <a:pt x="0" y="17"/>
                    <a:pt x="0" y="13"/>
                  </a:cubicBezTo>
                  <a:cubicBezTo>
                    <a:pt x="0" y="8"/>
                    <a:pt x="1" y="4"/>
                    <a:pt x="3" y="2"/>
                  </a:cubicBezTo>
                  <a:cubicBezTo>
                    <a:pt x="5" y="1"/>
                    <a:pt x="8" y="0"/>
                    <a:pt x="14" y="0"/>
                  </a:cubicBezTo>
                  <a:cubicBezTo>
                    <a:pt x="19" y="0"/>
                    <a:pt x="23" y="0"/>
                    <a:pt x="25" y="2"/>
                  </a:cubicBezTo>
                  <a:cubicBezTo>
                    <a:pt x="27" y="4"/>
                    <a:pt x="28" y="7"/>
                    <a:pt x="28" y="12"/>
                  </a:cubicBezTo>
                  <a:close/>
                  <a:moveTo>
                    <a:pt x="26" y="129"/>
                  </a:moveTo>
                  <a:cubicBezTo>
                    <a:pt x="26" y="129"/>
                    <a:pt x="26" y="130"/>
                    <a:pt x="25" y="131"/>
                  </a:cubicBezTo>
                  <a:cubicBezTo>
                    <a:pt x="25" y="131"/>
                    <a:pt x="24" y="131"/>
                    <a:pt x="23" y="132"/>
                  </a:cubicBezTo>
                  <a:cubicBezTo>
                    <a:pt x="23" y="132"/>
                    <a:pt x="21" y="132"/>
                    <a:pt x="20" y="133"/>
                  </a:cubicBezTo>
                  <a:cubicBezTo>
                    <a:pt x="18" y="133"/>
                    <a:pt x="16" y="133"/>
                    <a:pt x="14" y="133"/>
                  </a:cubicBezTo>
                  <a:cubicBezTo>
                    <a:pt x="11" y="133"/>
                    <a:pt x="9" y="133"/>
                    <a:pt x="8" y="133"/>
                  </a:cubicBezTo>
                  <a:cubicBezTo>
                    <a:pt x="6" y="132"/>
                    <a:pt x="5" y="132"/>
                    <a:pt x="4" y="132"/>
                  </a:cubicBezTo>
                  <a:cubicBezTo>
                    <a:pt x="3" y="131"/>
                    <a:pt x="2" y="131"/>
                    <a:pt x="2" y="131"/>
                  </a:cubicBezTo>
                  <a:cubicBezTo>
                    <a:pt x="2" y="130"/>
                    <a:pt x="1" y="129"/>
                    <a:pt x="1" y="129"/>
                  </a:cubicBezTo>
                  <a:cubicBezTo>
                    <a:pt x="1" y="42"/>
                    <a:pt x="1" y="42"/>
                    <a:pt x="1" y="42"/>
                  </a:cubicBezTo>
                  <a:cubicBezTo>
                    <a:pt x="1" y="41"/>
                    <a:pt x="2" y="41"/>
                    <a:pt x="2" y="40"/>
                  </a:cubicBezTo>
                  <a:cubicBezTo>
                    <a:pt x="2" y="40"/>
                    <a:pt x="3" y="39"/>
                    <a:pt x="4" y="39"/>
                  </a:cubicBezTo>
                  <a:cubicBezTo>
                    <a:pt x="5" y="39"/>
                    <a:pt x="6" y="38"/>
                    <a:pt x="8" y="38"/>
                  </a:cubicBezTo>
                  <a:cubicBezTo>
                    <a:pt x="9" y="38"/>
                    <a:pt x="11" y="38"/>
                    <a:pt x="14" y="38"/>
                  </a:cubicBezTo>
                  <a:cubicBezTo>
                    <a:pt x="16" y="38"/>
                    <a:pt x="18" y="38"/>
                    <a:pt x="20" y="38"/>
                  </a:cubicBezTo>
                  <a:cubicBezTo>
                    <a:pt x="21" y="38"/>
                    <a:pt x="23" y="39"/>
                    <a:pt x="23" y="39"/>
                  </a:cubicBezTo>
                  <a:cubicBezTo>
                    <a:pt x="24" y="39"/>
                    <a:pt x="25" y="40"/>
                    <a:pt x="25" y="40"/>
                  </a:cubicBezTo>
                  <a:cubicBezTo>
                    <a:pt x="26" y="41"/>
                    <a:pt x="26" y="41"/>
                    <a:pt x="26" y="42"/>
                  </a:cubicBezTo>
                  <a:lnTo>
                    <a:pt x="26" y="129"/>
                  </a:ln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1" name="Freeform 8"/>
            <p:cNvSpPr>
              <a:spLocks noEditPoints="1"/>
            </p:cNvSpPr>
            <p:nvPr/>
          </p:nvSpPr>
          <p:spPr bwMode="auto">
            <a:xfrm>
              <a:off x="5813784" y="5879473"/>
              <a:ext cx="88618" cy="138155"/>
            </a:xfrm>
            <a:custGeom>
              <a:avLst/>
              <a:gdLst>
                <a:gd name="T0" fmla="*/ 88 w 88"/>
                <a:gd name="T1" fmla="*/ 132 h 137"/>
                <a:gd name="T2" fmla="*/ 87 w 88"/>
                <a:gd name="T3" fmla="*/ 134 h 137"/>
                <a:gd name="T4" fmla="*/ 85 w 88"/>
                <a:gd name="T5" fmla="*/ 135 h 137"/>
                <a:gd name="T6" fmla="*/ 82 w 88"/>
                <a:gd name="T7" fmla="*/ 136 h 137"/>
                <a:gd name="T8" fmla="*/ 77 w 88"/>
                <a:gd name="T9" fmla="*/ 136 h 137"/>
                <a:gd name="T10" fmla="*/ 72 w 88"/>
                <a:gd name="T11" fmla="*/ 136 h 137"/>
                <a:gd name="T12" fmla="*/ 69 w 88"/>
                <a:gd name="T13" fmla="*/ 135 h 137"/>
                <a:gd name="T14" fmla="*/ 67 w 88"/>
                <a:gd name="T15" fmla="*/ 134 h 137"/>
                <a:gd name="T16" fmla="*/ 67 w 88"/>
                <a:gd name="T17" fmla="*/ 132 h 137"/>
                <a:gd name="T18" fmla="*/ 67 w 88"/>
                <a:gd name="T19" fmla="*/ 122 h 137"/>
                <a:gd name="T20" fmla="*/ 52 w 88"/>
                <a:gd name="T21" fmla="*/ 133 h 137"/>
                <a:gd name="T22" fmla="*/ 36 w 88"/>
                <a:gd name="T23" fmla="*/ 137 h 137"/>
                <a:gd name="T24" fmla="*/ 19 w 88"/>
                <a:gd name="T25" fmla="*/ 134 h 137"/>
                <a:gd name="T26" fmla="*/ 8 w 88"/>
                <a:gd name="T27" fmla="*/ 123 h 137"/>
                <a:gd name="T28" fmla="*/ 2 w 88"/>
                <a:gd name="T29" fmla="*/ 108 h 137"/>
                <a:gd name="T30" fmla="*/ 0 w 88"/>
                <a:gd name="T31" fmla="*/ 89 h 137"/>
                <a:gd name="T32" fmla="*/ 2 w 88"/>
                <a:gd name="T33" fmla="*/ 69 h 137"/>
                <a:gd name="T34" fmla="*/ 9 w 88"/>
                <a:gd name="T35" fmla="*/ 53 h 137"/>
                <a:gd name="T36" fmla="*/ 21 w 88"/>
                <a:gd name="T37" fmla="*/ 43 h 137"/>
                <a:gd name="T38" fmla="*/ 38 w 88"/>
                <a:gd name="T39" fmla="*/ 39 h 137"/>
                <a:gd name="T40" fmla="*/ 51 w 88"/>
                <a:gd name="T41" fmla="*/ 42 h 137"/>
                <a:gd name="T42" fmla="*/ 63 w 88"/>
                <a:gd name="T43" fmla="*/ 51 h 137"/>
                <a:gd name="T44" fmla="*/ 63 w 88"/>
                <a:gd name="T45" fmla="*/ 4 h 137"/>
                <a:gd name="T46" fmla="*/ 64 w 88"/>
                <a:gd name="T47" fmla="*/ 2 h 137"/>
                <a:gd name="T48" fmla="*/ 66 w 88"/>
                <a:gd name="T49" fmla="*/ 1 h 137"/>
                <a:gd name="T50" fmla="*/ 69 w 88"/>
                <a:gd name="T51" fmla="*/ 0 h 137"/>
                <a:gd name="T52" fmla="*/ 75 w 88"/>
                <a:gd name="T53" fmla="*/ 0 h 137"/>
                <a:gd name="T54" fmla="*/ 81 w 88"/>
                <a:gd name="T55" fmla="*/ 0 h 137"/>
                <a:gd name="T56" fmla="*/ 85 w 88"/>
                <a:gd name="T57" fmla="*/ 1 h 137"/>
                <a:gd name="T58" fmla="*/ 87 w 88"/>
                <a:gd name="T59" fmla="*/ 2 h 137"/>
                <a:gd name="T60" fmla="*/ 88 w 88"/>
                <a:gd name="T61" fmla="*/ 4 h 137"/>
                <a:gd name="T62" fmla="*/ 88 w 88"/>
                <a:gd name="T63" fmla="*/ 132 h 137"/>
                <a:gd name="T64" fmla="*/ 63 w 88"/>
                <a:gd name="T65" fmla="*/ 74 h 137"/>
                <a:gd name="T66" fmla="*/ 53 w 88"/>
                <a:gd name="T67" fmla="*/ 63 h 137"/>
                <a:gd name="T68" fmla="*/ 43 w 88"/>
                <a:gd name="T69" fmla="*/ 60 h 137"/>
                <a:gd name="T70" fmla="*/ 34 w 88"/>
                <a:gd name="T71" fmla="*/ 62 h 137"/>
                <a:gd name="T72" fmla="*/ 29 w 88"/>
                <a:gd name="T73" fmla="*/ 69 h 137"/>
                <a:gd name="T74" fmla="*/ 26 w 88"/>
                <a:gd name="T75" fmla="*/ 78 h 137"/>
                <a:gd name="T76" fmla="*/ 25 w 88"/>
                <a:gd name="T77" fmla="*/ 88 h 137"/>
                <a:gd name="T78" fmla="*/ 26 w 88"/>
                <a:gd name="T79" fmla="*/ 98 h 137"/>
                <a:gd name="T80" fmla="*/ 28 w 88"/>
                <a:gd name="T81" fmla="*/ 108 h 137"/>
                <a:gd name="T82" fmla="*/ 34 w 88"/>
                <a:gd name="T83" fmla="*/ 114 h 137"/>
                <a:gd name="T84" fmla="*/ 42 w 88"/>
                <a:gd name="T85" fmla="*/ 117 h 137"/>
                <a:gd name="T86" fmla="*/ 47 w 88"/>
                <a:gd name="T87" fmla="*/ 116 h 137"/>
                <a:gd name="T88" fmla="*/ 52 w 88"/>
                <a:gd name="T89" fmla="*/ 113 h 137"/>
                <a:gd name="T90" fmla="*/ 57 w 88"/>
                <a:gd name="T91" fmla="*/ 109 h 137"/>
                <a:gd name="T92" fmla="*/ 63 w 88"/>
                <a:gd name="T93" fmla="*/ 103 h 137"/>
                <a:gd name="T94" fmla="*/ 63 w 88"/>
                <a:gd name="T95" fmla="*/ 7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8" h="137">
                  <a:moveTo>
                    <a:pt x="88" y="132"/>
                  </a:moveTo>
                  <a:cubicBezTo>
                    <a:pt x="88" y="133"/>
                    <a:pt x="87" y="133"/>
                    <a:pt x="87" y="134"/>
                  </a:cubicBezTo>
                  <a:cubicBezTo>
                    <a:pt x="87" y="134"/>
                    <a:pt x="86" y="135"/>
                    <a:pt x="85" y="135"/>
                  </a:cubicBezTo>
                  <a:cubicBezTo>
                    <a:pt x="85" y="135"/>
                    <a:pt x="84" y="135"/>
                    <a:pt x="82" y="136"/>
                  </a:cubicBezTo>
                  <a:cubicBezTo>
                    <a:pt x="81" y="136"/>
                    <a:pt x="79" y="136"/>
                    <a:pt x="77" y="136"/>
                  </a:cubicBezTo>
                  <a:cubicBezTo>
                    <a:pt x="75" y="136"/>
                    <a:pt x="73" y="136"/>
                    <a:pt x="72" y="136"/>
                  </a:cubicBezTo>
                  <a:cubicBezTo>
                    <a:pt x="71" y="135"/>
                    <a:pt x="70" y="135"/>
                    <a:pt x="69" y="135"/>
                  </a:cubicBezTo>
                  <a:cubicBezTo>
                    <a:pt x="68" y="135"/>
                    <a:pt x="68" y="134"/>
                    <a:pt x="67" y="134"/>
                  </a:cubicBezTo>
                  <a:cubicBezTo>
                    <a:pt x="67" y="133"/>
                    <a:pt x="67" y="133"/>
                    <a:pt x="67" y="132"/>
                  </a:cubicBezTo>
                  <a:cubicBezTo>
                    <a:pt x="67" y="122"/>
                    <a:pt x="67" y="122"/>
                    <a:pt x="67" y="122"/>
                  </a:cubicBezTo>
                  <a:cubicBezTo>
                    <a:pt x="62" y="127"/>
                    <a:pt x="57" y="131"/>
                    <a:pt x="52" y="133"/>
                  </a:cubicBezTo>
                  <a:cubicBezTo>
                    <a:pt x="48" y="136"/>
                    <a:pt x="42" y="137"/>
                    <a:pt x="36" y="137"/>
                  </a:cubicBezTo>
                  <a:cubicBezTo>
                    <a:pt x="29" y="137"/>
                    <a:pt x="24" y="136"/>
                    <a:pt x="19" y="134"/>
                  </a:cubicBezTo>
                  <a:cubicBezTo>
                    <a:pt x="15" y="131"/>
                    <a:pt x="11" y="128"/>
                    <a:pt x="8" y="123"/>
                  </a:cubicBezTo>
                  <a:cubicBezTo>
                    <a:pt x="5" y="119"/>
                    <a:pt x="3" y="114"/>
                    <a:pt x="2" y="108"/>
                  </a:cubicBezTo>
                  <a:cubicBezTo>
                    <a:pt x="0" y="102"/>
                    <a:pt x="0" y="96"/>
                    <a:pt x="0" y="89"/>
                  </a:cubicBezTo>
                  <a:cubicBezTo>
                    <a:pt x="0" y="82"/>
                    <a:pt x="0" y="75"/>
                    <a:pt x="2" y="69"/>
                  </a:cubicBezTo>
                  <a:cubicBezTo>
                    <a:pt x="4" y="62"/>
                    <a:pt x="6" y="57"/>
                    <a:pt x="9" y="53"/>
                  </a:cubicBezTo>
                  <a:cubicBezTo>
                    <a:pt x="13" y="48"/>
                    <a:pt x="17" y="45"/>
                    <a:pt x="21" y="43"/>
                  </a:cubicBezTo>
                  <a:cubicBezTo>
                    <a:pt x="26" y="40"/>
                    <a:pt x="32" y="39"/>
                    <a:pt x="38" y="39"/>
                  </a:cubicBezTo>
                  <a:cubicBezTo>
                    <a:pt x="43" y="39"/>
                    <a:pt x="47" y="40"/>
                    <a:pt x="51" y="42"/>
                  </a:cubicBezTo>
                  <a:cubicBezTo>
                    <a:pt x="55" y="44"/>
                    <a:pt x="59" y="47"/>
                    <a:pt x="63" y="51"/>
                  </a:cubicBezTo>
                  <a:cubicBezTo>
                    <a:pt x="63" y="4"/>
                    <a:pt x="63" y="4"/>
                    <a:pt x="63" y="4"/>
                  </a:cubicBezTo>
                  <a:cubicBezTo>
                    <a:pt x="63" y="3"/>
                    <a:pt x="63" y="2"/>
                    <a:pt x="64" y="2"/>
                  </a:cubicBezTo>
                  <a:cubicBezTo>
                    <a:pt x="64" y="1"/>
                    <a:pt x="65" y="1"/>
                    <a:pt x="66" y="1"/>
                  </a:cubicBezTo>
                  <a:cubicBezTo>
                    <a:pt x="66" y="0"/>
                    <a:pt x="68" y="0"/>
                    <a:pt x="69" y="0"/>
                  </a:cubicBezTo>
                  <a:cubicBezTo>
                    <a:pt x="71" y="0"/>
                    <a:pt x="73" y="0"/>
                    <a:pt x="75" y="0"/>
                  </a:cubicBezTo>
                  <a:cubicBezTo>
                    <a:pt x="78" y="0"/>
                    <a:pt x="80" y="0"/>
                    <a:pt x="81" y="0"/>
                  </a:cubicBezTo>
                  <a:cubicBezTo>
                    <a:pt x="83" y="0"/>
                    <a:pt x="84" y="0"/>
                    <a:pt x="85" y="1"/>
                  </a:cubicBezTo>
                  <a:cubicBezTo>
                    <a:pt x="86" y="1"/>
                    <a:pt x="87" y="1"/>
                    <a:pt x="87" y="2"/>
                  </a:cubicBezTo>
                  <a:cubicBezTo>
                    <a:pt x="87" y="2"/>
                    <a:pt x="88" y="3"/>
                    <a:pt x="88" y="4"/>
                  </a:cubicBezTo>
                  <a:lnTo>
                    <a:pt x="88" y="132"/>
                  </a:lnTo>
                  <a:close/>
                  <a:moveTo>
                    <a:pt x="63" y="74"/>
                  </a:moveTo>
                  <a:cubicBezTo>
                    <a:pt x="59" y="69"/>
                    <a:pt x="56" y="66"/>
                    <a:pt x="53" y="63"/>
                  </a:cubicBezTo>
                  <a:cubicBezTo>
                    <a:pt x="50" y="61"/>
                    <a:pt x="46" y="60"/>
                    <a:pt x="43" y="60"/>
                  </a:cubicBezTo>
                  <a:cubicBezTo>
                    <a:pt x="40" y="60"/>
                    <a:pt x="37" y="61"/>
                    <a:pt x="34" y="62"/>
                  </a:cubicBezTo>
                  <a:cubicBezTo>
                    <a:pt x="32" y="64"/>
                    <a:pt x="30" y="66"/>
                    <a:pt x="29" y="69"/>
                  </a:cubicBezTo>
                  <a:cubicBezTo>
                    <a:pt x="27" y="71"/>
                    <a:pt x="26" y="74"/>
                    <a:pt x="26" y="78"/>
                  </a:cubicBezTo>
                  <a:cubicBezTo>
                    <a:pt x="25" y="81"/>
                    <a:pt x="25" y="84"/>
                    <a:pt x="25" y="88"/>
                  </a:cubicBezTo>
                  <a:cubicBezTo>
                    <a:pt x="25" y="91"/>
                    <a:pt x="25" y="95"/>
                    <a:pt x="26" y="98"/>
                  </a:cubicBezTo>
                  <a:cubicBezTo>
                    <a:pt x="26" y="102"/>
                    <a:pt x="27" y="105"/>
                    <a:pt x="28" y="108"/>
                  </a:cubicBezTo>
                  <a:cubicBezTo>
                    <a:pt x="30" y="110"/>
                    <a:pt x="32" y="113"/>
                    <a:pt x="34" y="114"/>
                  </a:cubicBezTo>
                  <a:cubicBezTo>
                    <a:pt x="36" y="116"/>
                    <a:pt x="39" y="117"/>
                    <a:pt x="42" y="117"/>
                  </a:cubicBezTo>
                  <a:cubicBezTo>
                    <a:pt x="44" y="117"/>
                    <a:pt x="46" y="116"/>
                    <a:pt x="47" y="116"/>
                  </a:cubicBezTo>
                  <a:cubicBezTo>
                    <a:pt x="49" y="115"/>
                    <a:pt x="50" y="115"/>
                    <a:pt x="52" y="113"/>
                  </a:cubicBezTo>
                  <a:cubicBezTo>
                    <a:pt x="54" y="112"/>
                    <a:pt x="55" y="111"/>
                    <a:pt x="57" y="109"/>
                  </a:cubicBezTo>
                  <a:cubicBezTo>
                    <a:pt x="59" y="107"/>
                    <a:pt x="61" y="105"/>
                    <a:pt x="63" y="103"/>
                  </a:cubicBezTo>
                  <a:lnTo>
                    <a:pt x="63" y="74"/>
                  </a:ln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2" name="Freeform 9"/>
            <p:cNvSpPr>
              <a:spLocks noEditPoints="1"/>
            </p:cNvSpPr>
            <p:nvPr/>
          </p:nvSpPr>
          <p:spPr bwMode="auto">
            <a:xfrm>
              <a:off x="5916644" y="5919832"/>
              <a:ext cx="88618" cy="97795"/>
            </a:xfrm>
            <a:custGeom>
              <a:avLst/>
              <a:gdLst>
                <a:gd name="T0" fmla="*/ 86 w 86"/>
                <a:gd name="T1" fmla="*/ 47 h 98"/>
                <a:gd name="T2" fmla="*/ 84 w 86"/>
                <a:gd name="T3" fmla="*/ 53 h 98"/>
                <a:gd name="T4" fmla="*/ 78 w 86"/>
                <a:gd name="T5" fmla="*/ 56 h 98"/>
                <a:gd name="T6" fmla="*/ 25 w 86"/>
                <a:gd name="T7" fmla="*/ 56 h 98"/>
                <a:gd name="T8" fmla="*/ 27 w 86"/>
                <a:gd name="T9" fmla="*/ 66 h 98"/>
                <a:gd name="T10" fmla="*/ 31 w 86"/>
                <a:gd name="T11" fmla="*/ 73 h 98"/>
                <a:gd name="T12" fmla="*/ 38 w 86"/>
                <a:gd name="T13" fmla="*/ 78 h 98"/>
                <a:gd name="T14" fmla="*/ 49 w 86"/>
                <a:gd name="T15" fmla="*/ 80 h 98"/>
                <a:gd name="T16" fmla="*/ 61 w 86"/>
                <a:gd name="T17" fmla="*/ 79 h 98"/>
                <a:gd name="T18" fmla="*/ 69 w 86"/>
                <a:gd name="T19" fmla="*/ 77 h 98"/>
                <a:gd name="T20" fmla="*/ 75 w 86"/>
                <a:gd name="T21" fmla="*/ 75 h 98"/>
                <a:gd name="T22" fmla="*/ 79 w 86"/>
                <a:gd name="T23" fmla="*/ 74 h 98"/>
                <a:gd name="T24" fmla="*/ 80 w 86"/>
                <a:gd name="T25" fmla="*/ 74 h 98"/>
                <a:gd name="T26" fmla="*/ 81 w 86"/>
                <a:gd name="T27" fmla="*/ 75 h 98"/>
                <a:gd name="T28" fmla="*/ 82 w 86"/>
                <a:gd name="T29" fmla="*/ 78 h 98"/>
                <a:gd name="T30" fmla="*/ 82 w 86"/>
                <a:gd name="T31" fmla="*/ 82 h 98"/>
                <a:gd name="T32" fmla="*/ 82 w 86"/>
                <a:gd name="T33" fmla="*/ 86 h 98"/>
                <a:gd name="T34" fmla="*/ 81 w 86"/>
                <a:gd name="T35" fmla="*/ 88 h 98"/>
                <a:gd name="T36" fmla="*/ 81 w 86"/>
                <a:gd name="T37" fmla="*/ 90 h 98"/>
                <a:gd name="T38" fmla="*/ 80 w 86"/>
                <a:gd name="T39" fmla="*/ 91 h 98"/>
                <a:gd name="T40" fmla="*/ 76 w 86"/>
                <a:gd name="T41" fmla="*/ 93 h 98"/>
                <a:gd name="T42" fmla="*/ 69 w 86"/>
                <a:gd name="T43" fmla="*/ 96 h 98"/>
                <a:gd name="T44" fmla="*/ 59 w 86"/>
                <a:gd name="T45" fmla="*/ 98 h 98"/>
                <a:gd name="T46" fmla="*/ 47 w 86"/>
                <a:gd name="T47" fmla="*/ 98 h 98"/>
                <a:gd name="T48" fmla="*/ 26 w 86"/>
                <a:gd name="T49" fmla="*/ 95 h 98"/>
                <a:gd name="T50" fmla="*/ 12 w 86"/>
                <a:gd name="T51" fmla="*/ 87 h 98"/>
                <a:gd name="T52" fmla="*/ 3 w 86"/>
                <a:gd name="T53" fmla="*/ 72 h 98"/>
                <a:gd name="T54" fmla="*/ 0 w 86"/>
                <a:gd name="T55" fmla="*/ 50 h 98"/>
                <a:gd name="T56" fmla="*/ 3 w 86"/>
                <a:gd name="T57" fmla="*/ 29 h 98"/>
                <a:gd name="T58" fmla="*/ 12 w 86"/>
                <a:gd name="T59" fmla="*/ 13 h 98"/>
                <a:gd name="T60" fmla="*/ 26 w 86"/>
                <a:gd name="T61" fmla="*/ 4 h 98"/>
                <a:gd name="T62" fmla="*/ 45 w 86"/>
                <a:gd name="T63" fmla="*/ 0 h 98"/>
                <a:gd name="T64" fmla="*/ 63 w 86"/>
                <a:gd name="T65" fmla="*/ 3 h 98"/>
                <a:gd name="T66" fmla="*/ 76 w 86"/>
                <a:gd name="T67" fmla="*/ 12 h 98"/>
                <a:gd name="T68" fmla="*/ 84 w 86"/>
                <a:gd name="T69" fmla="*/ 26 h 98"/>
                <a:gd name="T70" fmla="*/ 86 w 86"/>
                <a:gd name="T71" fmla="*/ 43 h 98"/>
                <a:gd name="T72" fmla="*/ 86 w 86"/>
                <a:gd name="T73" fmla="*/ 47 h 98"/>
                <a:gd name="T74" fmla="*/ 62 w 86"/>
                <a:gd name="T75" fmla="*/ 40 h 98"/>
                <a:gd name="T76" fmla="*/ 58 w 86"/>
                <a:gd name="T77" fmla="*/ 23 h 98"/>
                <a:gd name="T78" fmla="*/ 44 w 86"/>
                <a:gd name="T79" fmla="*/ 18 h 98"/>
                <a:gd name="T80" fmla="*/ 36 w 86"/>
                <a:gd name="T81" fmla="*/ 19 h 98"/>
                <a:gd name="T82" fmla="*/ 30 w 86"/>
                <a:gd name="T83" fmla="*/ 24 h 98"/>
                <a:gd name="T84" fmla="*/ 27 w 86"/>
                <a:gd name="T85" fmla="*/ 31 h 98"/>
                <a:gd name="T86" fmla="*/ 25 w 86"/>
                <a:gd name="T87" fmla="*/ 40 h 98"/>
                <a:gd name="T88" fmla="*/ 62 w 86"/>
                <a:gd name="T89" fmla="*/ 4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6" h="98">
                  <a:moveTo>
                    <a:pt x="86" y="47"/>
                  </a:moveTo>
                  <a:cubicBezTo>
                    <a:pt x="86" y="50"/>
                    <a:pt x="85" y="52"/>
                    <a:pt x="84" y="53"/>
                  </a:cubicBezTo>
                  <a:cubicBezTo>
                    <a:pt x="83" y="55"/>
                    <a:pt x="81" y="56"/>
                    <a:pt x="78" y="56"/>
                  </a:cubicBezTo>
                  <a:cubicBezTo>
                    <a:pt x="25" y="56"/>
                    <a:pt x="25" y="56"/>
                    <a:pt x="25" y="56"/>
                  </a:cubicBezTo>
                  <a:cubicBezTo>
                    <a:pt x="25" y="59"/>
                    <a:pt x="26" y="63"/>
                    <a:pt x="27" y="66"/>
                  </a:cubicBezTo>
                  <a:cubicBezTo>
                    <a:pt x="27" y="69"/>
                    <a:pt x="29" y="71"/>
                    <a:pt x="31" y="73"/>
                  </a:cubicBezTo>
                  <a:cubicBezTo>
                    <a:pt x="33" y="75"/>
                    <a:pt x="35" y="77"/>
                    <a:pt x="38" y="78"/>
                  </a:cubicBezTo>
                  <a:cubicBezTo>
                    <a:pt x="41" y="79"/>
                    <a:pt x="45" y="80"/>
                    <a:pt x="49" y="80"/>
                  </a:cubicBezTo>
                  <a:cubicBezTo>
                    <a:pt x="53" y="80"/>
                    <a:pt x="57" y="80"/>
                    <a:pt x="61" y="79"/>
                  </a:cubicBezTo>
                  <a:cubicBezTo>
                    <a:pt x="64" y="78"/>
                    <a:pt x="67" y="78"/>
                    <a:pt x="69" y="77"/>
                  </a:cubicBezTo>
                  <a:cubicBezTo>
                    <a:pt x="71" y="76"/>
                    <a:pt x="73" y="75"/>
                    <a:pt x="75" y="75"/>
                  </a:cubicBezTo>
                  <a:cubicBezTo>
                    <a:pt x="76" y="74"/>
                    <a:pt x="78" y="74"/>
                    <a:pt x="79" y="74"/>
                  </a:cubicBezTo>
                  <a:cubicBezTo>
                    <a:pt x="79" y="74"/>
                    <a:pt x="80" y="74"/>
                    <a:pt x="80" y="74"/>
                  </a:cubicBezTo>
                  <a:cubicBezTo>
                    <a:pt x="81" y="74"/>
                    <a:pt x="81" y="75"/>
                    <a:pt x="81" y="75"/>
                  </a:cubicBezTo>
                  <a:cubicBezTo>
                    <a:pt x="81" y="76"/>
                    <a:pt x="82" y="77"/>
                    <a:pt x="82" y="78"/>
                  </a:cubicBezTo>
                  <a:cubicBezTo>
                    <a:pt x="82" y="79"/>
                    <a:pt x="82" y="80"/>
                    <a:pt x="82" y="82"/>
                  </a:cubicBezTo>
                  <a:cubicBezTo>
                    <a:pt x="82" y="83"/>
                    <a:pt x="82" y="85"/>
                    <a:pt x="82" y="86"/>
                  </a:cubicBezTo>
                  <a:cubicBezTo>
                    <a:pt x="82" y="87"/>
                    <a:pt x="82" y="88"/>
                    <a:pt x="81" y="88"/>
                  </a:cubicBezTo>
                  <a:cubicBezTo>
                    <a:pt x="81" y="89"/>
                    <a:pt x="81" y="90"/>
                    <a:pt x="81" y="90"/>
                  </a:cubicBezTo>
                  <a:cubicBezTo>
                    <a:pt x="81" y="91"/>
                    <a:pt x="80" y="91"/>
                    <a:pt x="80" y="91"/>
                  </a:cubicBezTo>
                  <a:cubicBezTo>
                    <a:pt x="79" y="92"/>
                    <a:pt x="78" y="93"/>
                    <a:pt x="76" y="93"/>
                  </a:cubicBezTo>
                  <a:cubicBezTo>
                    <a:pt x="74" y="94"/>
                    <a:pt x="72" y="95"/>
                    <a:pt x="69" y="96"/>
                  </a:cubicBezTo>
                  <a:cubicBezTo>
                    <a:pt x="66" y="96"/>
                    <a:pt x="63" y="97"/>
                    <a:pt x="59" y="98"/>
                  </a:cubicBezTo>
                  <a:cubicBezTo>
                    <a:pt x="55" y="98"/>
                    <a:pt x="51" y="98"/>
                    <a:pt x="47" y="98"/>
                  </a:cubicBezTo>
                  <a:cubicBezTo>
                    <a:pt x="39" y="98"/>
                    <a:pt x="32" y="97"/>
                    <a:pt x="26" y="95"/>
                  </a:cubicBezTo>
                  <a:cubicBezTo>
                    <a:pt x="21" y="94"/>
                    <a:pt x="16" y="91"/>
                    <a:pt x="12" y="87"/>
                  </a:cubicBezTo>
                  <a:cubicBezTo>
                    <a:pt x="8" y="83"/>
                    <a:pt x="5" y="78"/>
                    <a:pt x="3" y="72"/>
                  </a:cubicBezTo>
                  <a:cubicBezTo>
                    <a:pt x="1" y="65"/>
                    <a:pt x="0" y="58"/>
                    <a:pt x="0" y="50"/>
                  </a:cubicBezTo>
                  <a:cubicBezTo>
                    <a:pt x="0" y="43"/>
                    <a:pt x="1" y="36"/>
                    <a:pt x="3" y="29"/>
                  </a:cubicBezTo>
                  <a:cubicBezTo>
                    <a:pt x="5" y="23"/>
                    <a:pt x="8" y="18"/>
                    <a:pt x="12" y="13"/>
                  </a:cubicBezTo>
                  <a:cubicBezTo>
                    <a:pt x="16" y="9"/>
                    <a:pt x="21" y="6"/>
                    <a:pt x="26" y="4"/>
                  </a:cubicBezTo>
                  <a:cubicBezTo>
                    <a:pt x="32" y="1"/>
                    <a:pt x="38" y="0"/>
                    <a:pt x="45" y="0"/>
                  </a:cubicBezTo>
                  <a:cubicBezTo>
                    <a:pt x="52" y="0"/>
                    <a:pt x="58" y="1"/>
                    <a:pt x="63" y="3"/>
                  </a:cubicBezTo>
                  <a:cubicBezTo>
                    <a:pt x="69" y="6"/>
                    <a:pt x="73" y="9"/>
                    <a:pt x="76" y="12"/>
                  </a:cubicBezTo>
                  <a:cubicBezTo>
                    <a:pt x="80" y="16"/>
                    <a:pt x="82" y="21"/>
                    <a:pt x="84" y="26"/>
                  </a:cubicBezTo>
                  <a:cubicBezTo>
                    <a:pt x="85" y="31"/>
                    <a:pt x="86" y="37"/>
                    <a:pt x="86" y="43"/>
                  </a:cubicBezTo>
                  <a:lnTo>
                    <a:pt x="86" y="47"/>
                  </a:lnTo>
                  <a:close/>
                  <a:moveTo>
                    <a:pt x="62" y="40"/>
                  </a:moveTo>
                  <a:cubicBezTo>
                    <a:pt x="62" y="33"/>
                    <a:pt x="61" y="27"/>
                    <a:pt x="58" y="23"/>
                  </a:cubicBezTo>
                  <a:cubicBezTo>
                    <a:pt x="55" y="20"/>
                    <a:pt x="50" y="18"/>
                    <a:pt x="44" y="18"/>
                  </a:cubicBezTo>
                  <a:cubicBezTo>
                    <a:pt x="41" y="18"/>
                    <a:pt x="38" y="18"/>
                    <a:pt x="36" y="19"/>
                  </a:cubicBezTo>
                  <a:cubicBezTo>
                    <a:pt x="34" y="20"/>
                    <a:pt x="32" y="22"/>
                    <a:pt x="30" y="24"/>
                  </a:cubicBezTo>
                  <a:cubicBezTo>
                    <a:pt x="29" y="26"/>
                    <a:pt x="27" y="28"/>
                    <a:pt x="27" y="31"/>
                  </a:cubicBezTo>
                  <a:cubicBezTo>
                    <a:pt x="26" y="34"/>
                    <a:pt x="25" y="37"/>
                    <a:pt x="25" y="40"/>
                  </a:cubicBezTo>
                  <a:lnTo>
                    <a:pt x="62" y="40"/>
                  </a:ln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3" name="Freeform 10"/>
            <p:cNvSpPr>
              <a:spLocks/>
            </p:cNvSpPr>
            <p:nvPr/>
          </p:nvSpPr>
          <p:spPr bwMode="auto">
            <a:xfrm>
              <a:off x="6063814" y="5888786"/>
              <a:ext cx="134510" cy="128841"/>
            </a:xfrm>
            <a:custGeom>
              <a:avLst/>
              <a:gdLst>
                <a:gd name="T0" fmla="*/ 132 w 132"/>
                <a:gd name="T1" fmla="*/ 124 h 127"/>
                <a:gd name="T2" fmla="*/ 132 w 132"/>
                <a:gd name="T3" fmla="*/ 125 h 127"/>
                <a:gd name="T4" fmla="*/ 131 w 132"/>
                <a:gd name="T5" fmla="*/ 126 h 127"/>
                <a:gd name="T6" fmla="*/ 129 w 132"/>
                <a:gd name="T7" fmla="*/ 127 h 127"/>
                <a:gd name="T8" fmla="*/ 126 w 132"/>
                <a:gd name="T9" fmla="*/ 127 h 127"/>
                <a:gd name="T10" fmla="*/ 123 w 132"/>
                <a:gd name="T11" fmla="*/ 127 h 127"/>
                <a:gd name="T12" fmla="*/ 121 w 132"/>
                <a:gd name="T13" fmla="*/ 126 h 127"/>
                <a:gd name="T14" fmla="*/ 120 w 132"/>
                <a:gd name="T15" fmla="*/ 125 h 127"/>
                <a:gd name="T16" fmla="*/ 120 w 132"/>
                <a:gd name="T17" fmla="*/ 124 h 127"/>
                <a:gd name="T18" fmla="*/ 120 w 132"/>
                <a:gd name="T19" fmla="*/ 10 h 127"/>
                <a:gd name="T20" fmla="*/ 120 w 132"/>
                <a:gd name="T21" fmla="*/ 10 h 127"/>
                <a:gd name="T22" fmla="*/ 70 w 132"/>
                <a:gd name="T23" fmla="*/ 125 h 127"/>
                <a:gd name="T24" fmla="*/ 70 w 132"/>
                <a:gd name="T25" fmla="*/ 126 h 127"/>
                <a:gd name="T26" fmla="*/ 68 w 132"/>
                <a:gd name="T27" fmla="*/ 126 h 127"/>
                <a:gd name="T28" fmla="*/ 67 w 132"/>
                <a:gd name="T29" fmla="*/ 127 h 127"/>
                <a:gd name="T30" fmla="*/ 65 w 132"/>
                <a:gd name="T31" fmla="*/ 127 h 127"/>
                <a:gd name="T32" fmla="*/ 62 w 132"/>
                <a:gd name="T33" fmla="*/ 127 h 127"/>
                <a:gd name="T34" fmla="*/ 61 w 132"/>
                <a:gd name="T35" fmla="*/ 126 h 127"/>
                <a:gd name="T36" fmla="*/ 60 w 132"/>
                <a:gd name="T37" fmla="*/ 126 h 127"/>
                <a:gd name="T38" fmla="*/ 59 w 132"/>
                <a:gd name="T39" fmla="*/ 125 h 127"/>
                <a:gd name="T40" fmla="*/ 12 w 132"/>
                <a:gd name="T41" fmla="*/ 10 h 127"/>
                <a:gd name="T42" fmla="*/ 12 w 132"/>
                <a:gd name="T43" fmla="*/ 10 h 127"/>
                <a:gd name="T44" fmla="*/ 12 w 132"/>
                <a:gd name="T45" fmla="*/ 124 h 127"/>
                <a:gd name="T46" fmla="*/ 11 w 132"/>
                <a:gd name="T47" fmla="*/ 125 h 127"/>
                <a:gd name="T48" fmla="*/ 10 w 132"/>
                <a:gd name="T49" fmla="*/ 126 h 127"/>
                <a:gd name="T50" fmla="*/ 8 w 132"/>
                <a:gd name="T51" fmla="*/ 127 h 127"/>
                <a:gd name="T52" fmla="*/ 5 w 132"/>
                <a:gd name="T53" fmla="*/ 127 h 127"/>
                <a:gd name="T54" fmla="*/ 3 w 132"/>
                <a:gd name="T55" fmla="*/ 127 h 127"/>
                <a:gd name="T56" fmla="*/ 1 w 132"/>
                <a:gd name="T57" fmla="*/ 126 h 127"/>
                <a:gd name="T58" fmla="*/ 0 w 132"/>
                <a:gd name="T59" fmla="*/ 125 h 127"/>
                <a:gd name="T60" fmla="*/ 0 w 132"/>
                <a:gd name="T61" fmla="*/ 124 h 127"/>
                <a:gd name="T62" fmla="*/ 0 w 132"/>
                <a:gd name="T63" fmla="*/ 6 h 127"/>
                <a:gd name="T64" fmla="*/ 2 w 132"/>
                <a:gd name="T65" fmla="*/ 1 h 127"/>
                <a:gd name="T66" fmla="*/ 5 w 132"/>
                <a:gd name="T67" fmla="*/ 0 h 127"/>
                <a:gd name="T68" fmla="*/ 12 w 132"/>
                <a:gd name="T69" fmla="*/ 0 h 127"/>
                <a:gd name="T70" fmla="*/ 16 w 132"/>
                <a:gd name="T71" fmla="*/ 0 h 127"/>
                <a:gd name="T72" fmla="*/ 19 w 132"/>
                <a:gd name="T73" fmla="*/ 2 h 127"/>
                <a:gd name="T74" fmla="*/ 22 w 132"/>
                <a:gd name="T75" fmla="*/ 4 h 127"/>
                <a:gd name="T76" fmla="*/ 23 w 132"/>
                <a:gd name="T77" fmla="*/ 8 h 127"/>
                <a:gd name="T78" fmla="*/ 65 w 132"/>
                <a:gd name="T79" fmla="*/ 108 h 127"/>
                <a:gd name="T80" fmla="*/ 66 w 132"/>
                <a:gd name="T81" fmla="*/ 108 h 127"/>
                <a:gd name="T82" fmla="*/ 109 w 132"/>
                <a:gd name="T83" fmla="*/ 8 h 127"/>
                <a:gd name="T84" fmla="*/ 111 w 132"/>
                <a:gd name="T85" fmla="*/ 4 h 127"/>
                <a:gd name="T86" fmla="*/ 114 w 132"/>
                <a:gd name="T87" fmla="*/ 2 h 127"/>
                <a:gd name="T88" fmla="*/ 116 w 132"/>
                <a:gd name="T89" fmla="*/ 0 h 127"/>
                <a:gd name="T90" fmla="*/ 120 w 132"/>
                <a:gd name="T91" fmla="*/ 0 h 127"/>
                <a:gd name="T92" fmla="*/ 127 w 132"/>
                <a:gd name="T93" fmla="*/ 0 h 127"/>
                <a:gd name="T94" fmla="*/ 129 w 132"/>
                <a:gd name="T95" fmla="*/ 0 h 127"/>
                <a:gd name="T96" fmla="*/ 130 w 132"/>
                <a:gd name="T97" fmla="*/ 1 h 127"/>
                <a:gd name="T98" fmla="*/ 132 w 132"/>
                <a:gd name="T99" fmla="*/ 3 h 127"/>
                <a:gd name="T100" fmla="*/ 132 w 132"/>
                <a:gd name="T101" fmla="*/ 6 h 127"/>
                <a:gd name="T102" fmla="*/ 132 w 132"/>
                <a:gd name="T103" fmla="*/ 124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27">
                  <a:moveTo>
                    <a:pt x="132" y="124"/>
                  </a:moveTo>
                  <a:cubicBezTo>
                    <a:pt x="132" y="125"/>
                    <a:pt x="132" y="125"/>
                    <a:pt x="132" y="125"/>
                  </a:cubicBezTo>
                  <a:cubicBezTo>
                    <a:pt x="132" y="126"/>
                    <a:pt x="131" y="126"/>
                    <a:pt x="131" y="126"/>
                  </a:cubicBezTo>
                  <a:cubicBezTo>
                    <a:pt x="130" y="126"/>
                    <a:pt x="130" y="126"/>
                    <a:pt x="129" y="127"/>
                  </a:cubicBezTo>
                  <a:cubicBezTo>
                    <a:pt x="128" y="127"/>
                    <a:pt x="127" y="127"/>
                    <a:pt x="126" y="127"/>
                  </a:cubicBezTo>
                  <a:cubicBezTo>
                    <a:pt x="125" y="127"/>
                    <a:pt x="124" y="127"/>
                    <a:pt x="123" y="127"/>
                  </a:cubicBezTo>
                  <a:cubicBezTo>
                    <a:pt x="123" y="126"/>
                    <a:pt x="122" y="126"/>
                    <a:pt x="121" y="126"/>
                  </a:cubicBezTo>
                  <a:cubicBezTo>
                    <a:pt x="121" y="126"/>
                    <a:pt x="121" y="126"/>
                    <a:pt x="120" y="125"/>
                  </a:cubicBezTo>
                  <a:cubicBezTo>
                    <a:pt x="120" y="125"/>
                    <a:pt x="120" y="125"/>
                    <a:pt x="120" y="124"/>
                  </a:cubicBezTo>
                  <a:cubicBezTo>
                    <a:pt x="120" y="10"/>
                    <a:pt x="120" y="10"/>
                    <a:pt x="120" y="10"/>
                  </a:cubicBezTo>
                  <a:cubicBezTo>
                    <a:pt x="120" y="10"/>
                    <a:pt x="120" y="10"/>
                    <a:pt x="120" y="10"/>
                  </a:cubicBezTo>
                  <a:cubicBezTo>
                    <a:pt x="70" y="125"/>
                    <a:pt x="70" y="125"/>
                    <a:pt x="70" y="125"/>
                  </a:cubicBezTo>
                  <a:cubicBezTo>
                    <a:pt x="70" y="125"/>
                    <a:pt x="70" y="125"/>
                    <a:pt x="70" y="126"/>
                  </a:cubicBezTo>
                  <a:cubicBezTo>
                    <a:pt x="69" y="126"/>
                    <a:pt x="69" y="126"/>
                    <a:pt x="68" y="126"/>
                  </a:cubicBezTo>
                  <a:cubicBezTo>
                    <a:pt x="68" y="126"/>
                    <a:pt x="67" y="127"/>
                    <a:pt x="67" y="127"/>
                  </a:cubicBezTo>
                  <a:cubicBezTo>
                    <a:pt x="66" y="127"/>
                    <a:pt x="66" y="127"/>
                    <a:pt x="65" y="127"/>
                  </a:cubicBezTo>
                  <a:cubicBezTo>
                    <a:pt x="64" y="127"/>
                    <a:pt x="63" y="127"/>
                    <a:pt x="62" y="127"/>
                  </a:cubicBezTo>
                  <a:cubicBezTo>
                    <a:pt x="62" y="127"/>
                    <a:pt x="61" y="126"/>
                    <a:pt x="61" y="126"/>
                  </a:cubicBezTo>
                  <a:cubicBezTo>
                    <a:pt x="60" y="126"/>
                    <a:pt x="60" y="126"/>
                    <a:pt x="60" y="126"/>
                  </a:cubicBezTo>
                  <a:cubicBezTo>
                    <a:pt x="59" y="125"/>
                    <a:pt x="59" y="125"/>
                    <a:pt x="59" y="125"/>
                  </a:cubicBezTo>
                  <a:cubicBezTo>
                    <a:pt x="12" y="10"/>
                    <a:pt x="12" y="10"/>
                    <a:pt x="12" y="10"/>
                  </a:cubicBezTo>
                  <a:cubicBezTo>
                    <a:pt x="12" y="10"/>
                    <a:pt x="12" y="10"/>
                    <a:pt x="12" y="10"/>
                  </a:cubicBezTo>
                  <a:cubicBezTo>
                    <a:pt x="12" y="124"/>
                    <a:pt x="12" y="124"/>
                    <a:pt x="12" y="124"/>
                  </a:cubicBezTo>
                  <a:cubicBezTo>
                    <a:pt x="12" y="125"/>
                    <a:pt x="12" y="125"/>
                    <a:pt x="11" y="125"/>
                  </a:cubicBezTo>
                  <a:cubicBezTo>
                    <a:pt x="11" y="126"/>
                    <a:pt x="11" y="126"/>
                    <a:pt x="10" y="126"/>
                  </a:cubicBezTo>
                  <a:cubicBezTo>
                    <a:pt x="10" y="126"/>
                    <a:pt x="9" y="126"/>
                    <a:pt x="8" y="127"/>
                  </a:cubicBezTo>
                  <a:cubicBezTo>
                    <a:pt x="8" y="127"/>
                    <a:pt x="7" y="127"/>
                    <a:pt x="5" y="127"/>
                  </a:cubicBezTo>
                  <a:cubicBezTo>
                    <a:pt x="4" y="127"/>
                    <a:pt x="3" y="127"/>
                    <a:pt x="3" y="127"/>
                  </a:cubicBezTo>
                  <a:cubicBezTo>
                    <a:pt x="2" y="126"/>
                    <a:pt x="1" y="126"/>
                    <a:pt x="1" y="126"/>
                  </a:cubicBezTo>
                  <a:cubicBezTo>
                    <a:pt x="0" y="126"/>
                    <a:pt x="0" y="126"/>
                    <a:pt x="0" y="125"/>
                  </a:cubicBezTo>
                  <a:cubicBezTo>
                    <a:pt x="0" y="125"/>
                    <a:pt x="0" y="125"/>
                    <a:pt x="0" y="124"/>
                  </a:cubicBezTo>
                  <a:cubicBezTo>
                    <a:pt x="0" y="6"/>
                    <a:pt x="0" y="6"/>
                    <a:pt x="0" y="6"/>
                  </a:cubicBezTo>
                  <a:cubicBezTo>
                    <a:pt x="0" y="4"/>
                    <a:pt x="0" y="2"/>
                    <a:pt x="2" y="1"/>
                  </a:cubicBezTo>
                  <a:cubicBezTo>
                    <a:pt x="3" y="0"/>
                    <a:pt x="4" y="0"/>
                    <a:pt x="5" y="0"/>
                  </a:cubicBezTo>
                  <a:cubicBezTo>
                    <a:pt x="12" y="0"/>
                    <a:pt x="12" y="0"/>
                    <a:pt x="12" y="0"/>
                  </a:cubicBezTo>
                  <a:cubicBezTo>
                    <a:pt x="13" y="0"/>
                    <a:pt x="15" y="0"/>
                    <a:pt x="16" y="0"/>
                  </a:cubicBezTo>
                  <a:cubicBezTo>
                    <a:pt x="17" y="1"/>
                    <a:pt x="18" y="1"/>
                    <a:pt x="19" y="2"/>
                  </a:cubicBezTo>
                  <a:cubicBezTo>
                    <a:pt x="20" y="3"/>
                    <a:pt x="21" y="3"/>
                    <a:pt x="22" y="4"/>
                  </a:cubicBezTo>
                  <a:cubicBezTo>
                    <a:pt x="22" y="5"/>
                    <a:pt x="23" y="6"/>
                    <a:pt x="23" y="8"/>
                  </a:cubicBezTo>
                  <a:cubicBezTo>
                    <a:pt x="65" y="108"/>
                    <a:pt x="65" y="108"/>
                    <a:pt x="65" y="108"/>
                  </a:cubicBezTo>
                  <a:cubicBezTo>
                    <a:pt x="66" y="108"/>
                    <a:pt x="66" y="108"/>
                    <a:pt x="66" y="108"/>
                  </a:cubicBezTo>
                  <a:cubicBezTo>
                    <a:pt x="109" y="8"/>
                    <a:pt x="109" y="8"/>
                    <a:pt x="109" y="8"/>
                  </a:cubicBezTo>
                  <a:cubicBezTo>
                    <a:pt x="110" y="7"/>
                    <a:pt x="111" y="5"/>
                    <a:pt x="111" y="4"/>
                  </a:cubicBezTo>
                  <a:cubicBezTo>
                    <a:pt x="112" y="3"/>
                    <a:pt x="113" y="2"/>
                    <a:pt x="114" y="2"/>
                  </a:cubicBezTo>
                  <a:cubicBezTo>
                    <a:pt x="115" y="1"/>
                    <a:pt x="115" y="0"/>
                    <a:pt x="116" y="0"/>
                  </a:cubicBezTo>
                  <a:cubicBezTo>
                    <a:pt x="117" y="0"/>
                    <a:pt x="118" y="0"/>
                    <a:pt x="120" y="0"/>
                  </a:cubicBezTo>
                  <a:cubicBezTo>
                    <a:pt x="127" y="0"/>
                    <a:pt x="127" y="0"/>
                    <a:pt x="127" y="0"/>
                  </a:cubicBezTo>
                  <a:cubicBezTo>
                    <a:pt x="127" y="0"/>
                    <a:pt x="128" y="0"/>
                    <a:pt x="129" y="0"/>
                  </a:cubicBezTo>
                  <a:cubicBezTo>
                    <a:pt x="129" y="0"/>
                    <a:pt x="130" y="1"/>
                    <a:pt x="130" y="1"/>
                  </a:cubicBezTo>
                  <a:cubicBezTo>
                    <a:pt x="131" y="2"/>
                    <a:pt x="131" y="2"/>
                    <a:pt x="132" y="3"/>
                  </a:cubicBezTo>
                  <a:cubicBezTo>
                    <a:pt x="132" y="4"/>
                    <a:pt x="132" y="5"/>
                    <a:pt x="132" y="6"/>
                  </a:cubicBezTo>
                  <a:lnTo>
                    <a:pt x="132" y="124"/>
                  </a:ln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4" name="Freeform 11"/>
            <p:cNvSpPr>
              <a:spLocks noEditPoints="1"/>
            </p:cNvSpPr>
            <p:nvPr/>
          </p:nvSpPr>
          <p:spPr bwMode="auto">
            <a:xfrm>
              <a:off x="6217312" y="5921385"/>
              <a:ext cx="79123" cy="96242"/>
            </a:xfrm>
            <a:custGeom>
              <a:avLst/>
              <a:gdLst>
                <a:gd name="T0" fmla="*/ 78 w 78"/>
                <a:gd name="T1" fmla="*/ 43 h 96"/>
                <a:gd name="T2" fmla="*/ 76 w 78"/>
                <a:gd name="T3" fmla="*/ 48 h 96"/>
                <a:gd name="T4" fmla="*/ 73 w 78"/>
                <a:gd name="T5" fmla="*/ 50 h 96"/>
                <a:gd name="T6" fmla="*/ 12 w 78"/>
                <a:gd name="T7" fmla="*/ 50 h 96"/>
                <a:gd name="T8" fmla="*/ 14 w 78"/>
                <a:gd name="T9" fmla="*/ 64 h 96"/>
                <a:gd name="T10" fmla="*/ 19 w 78"/>
                <a:gd name="T11" fmla="*/ 76 h 96"/>
                <a:gd name="T12" fmla="*/ 29 w 78"/>
                <a:gd name="T13" fmla="*/ 83 h 96"/>
                <a:gd name="T14" fmla="*/ 44 w 78"/>
                <a:gd name="T15" fmla="*/ 86 h 96"/>
                <a:gd name="T16" fmla="*/ 55 w 78"/>
                <a:gd name="T17" fmla="*/ 85 h 96"/>
                <a:gd name="T18" fmla="*/ 63 w 78"/>
                <a:gd name="T19" fmla="*/ 82 h 96"/>
                <a:gd name="T20" fmla="*/ 69 w 78"/>
                <a:gd name="T21" fmla="*/ 80 h 96"/>
                <a:gd name="T22" fmla="*/ 72 w 78"/>
                <a:gd name="T23" fmla="*/ 79 h 96"/>
                <a:gd name="T24" fmla="*/ 73 w 78"/>
                <a:gd name="T25" fmla="*/ 79 h 96"/>
                <a:gd name="T26" fmla="*/ 74 w 78"/>
                <a:gd name="T27" fmla="*/ 80 h 96"/>
                <a:gd name="T28" fmla="*/ 75 w 78"/>
                <a:gd name="T29" fmla="*/ 82 h 96"/>
                <a:gd name="T30" fmla="*/ 75 w 78"/>
                <a:gd name="T31" fmla="*/ 84 h 96"/>
                <a:gd name="T32" fmla="*/ 75 w 78"/>
                <a:gd name="T33" fmla="*/ 85 h 96"/>
                <a:gd name="T34" fmla="*/ 74 w 78"/>
                <a:gd name="T35" fmla="*/ 86 h 96"/>
                <a:gd name="T36" fmla="*/ 74 w 78"/>
                <a:gd name="T37" fmla="*/ 88 h 96"/>
                <a:gd name="T38" fmla="*/ 73 w 78"/>
                <a:gd name="T39" fmla="*/ 88 h 96"/>
                <a:gd name="T40" fmla="*/ 70 w 78"/>
                <a:gd name="T41" fmla="*/ 90 h 96"/>
                <a:gd name="T42" fmla="*/ 64 w 78"/>
                <a:gd name="T43" fmla="*/ 93 h 96"/>
                <a:gd name="T44" fmla="*/ 54 w 78"/>
                <a:gd name="T45" fmla="*/ 95 h 96"/>
                <a:gd name="T46" fmla="*/ 42 w 78"/>
                <a:gd name="T47" fmla="*/ 96 h 96"/>
                <a:gd name="T48" fmla="*/ 24 w 78"/>
                <a:gd name="T49" fmla="*/ 93 h 96"/>
                <a:gd name="T50" fmla="*/ 11 w 78"/>
                <a:gd name="T51" fmla="*/ 84 h 96"/>
                <a:gd name="T52" fmla="*/ 3 w 78"/>
                <a:gd name="T53" fmla="*/ 69 h 96"/>
                <a:gd name="T54" fmla="*/ 0 w 78"/>
                <a:gd name="T55" fmla="*/ 48 h 96"/>
                <a:gd name="T56" fmla="*/ 3 w 78"/>
                <a:gd name="T57" fmla="*/ 28 h 96"/>
                <a:gd name="T58" fmla="*/ 11 w 78"/>
                <a:gd name="T59" fmla="*/ 13 h 96"/>
                <a:gd name="T60" fmla="*/ 24 w 78"/>
                <a:gd name="T61" fmla="*/ 3 h 96"/>
                <a:gd name="T62" fmla="*/ 41 w 78"/>
                <a:gd name="T63" fmla="*/ 0 h 96"/>
                <a:gd name="T64" fmla="*/ 58 w 78"/>
                <a:gd name="T65" fmla="*/ 4 h 96"/>
                <a:gd name="T66" fmla="*/ 69 w 78"/>
                <a:gd name="T67" fmla="*/ 12 h 96"/>
                <a:gd name="T68" fmla="*/ 76 w 78"/>
                <a:gd name="T69" fmla="*/ 26 h 96"/>
                <a:gd name="T70" fmla="*/ 78 w 78"/>
                <a:gd name="T71" fmla="*/ 41 h 96"/>
                <a:gd name="T72" fmla="*/ 78 w 78"/>
                <a:gd name="T73" fmla="*/ 43 h 96"/>
                <a:gd name="T74" fmla="*/ 66 w 78"/>
                <a:gd name="T75" fmla="*/ 40 h 96"/>
                <a:gd name="T76" fmla="*/ 60 w 78"/>
                <a:gd name="T77" fmla="*/ 18 h 96"/>
                <a:gd name="T78" fmla="*/ 40 w 78"/>
                <a:gd name="T79" fmla="*/ 10 h 96"/>
                <a:gd name="T80" fmla="*/ 28 w 78"/>
                <a:gd name="T81" fmla="*/ 13 h 96"/>
                <a:gd name="T82" fmla="*/ 20 w 78"/>
                <a:gd name="T83" fmla="*/ 19 h 96"/>
                <a:gd name="T84" fmla="*/ 14 w 78"/>
                <a:gd name="T85" fmla="*/ 29 h 96"/>
                <a:gd name="T86" fmla="*/ 12 w 78"/>
                <a:gd name="T87" fmla="*/ 40 h 96"/>
                <a:gd name="T88" fmla="*/ 66 w 78"/>
                <a:gd name="T89" fmla="*/ 4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8" h="96">
                  <a:moveTo>
                    <a:pt x="78" y="43"/>
                  </a:moveTo>
                  <a:cubicBezTo>
                    <a:pt x="78" y="46"/>
                    <a:pt x="78" y="47"/>
                    <a:pt x="76" y="48"/>
                  </a:cubicBezTo>
                  <a:cubicBezTo>
                    <a:pt x="75" y="49"/>
                    <a:pt x="74" y="50"/>
                    <a:pt x="73" y="50"/>
                  </a:cubicBezTo>
                  <a:cubicBezTo>
                    <a:pt x="12" y="50"/>
                    <a:pt x="12" y="50"/>
                    <a:pt x="12" y="50"/>
                  </a:cubicBezTo>
                  <a:cubicBezTo>
                    <a:pt x="12" y="55"/>
                    <a:pt x="13" y="60"/>
                    <a:pt x="14" y="64"/>
                  </a:cubicBezTo>
                  <a:cubicBezTo>
                    <a:pt x="15" y="69"/>
                    <a:pt x="17" y="73"/>
                    <a:pt x="19" y="76"/>
                  </a:cubicBezTo>
                  <a:cubicBezTo>
                    <a:pt x="22" y="79"/>
                    <a:pt x="25" y="81"/>
                    <a:pt x="29" y="83"/>
                  </a:cubicBezTo>
                  <a:cubicBezTo>
                    <a:pt x="33" y="85"/>
                    <a:pt x="38" y="86"/>
                    <a:pt x="44" y="86"/>
                  </a:cubicBezTo>
                  <a:cubicBezTo>
                    <a:pt x="48" y="86"/>
                    <a:pt x="51" y="85"/>
                    <a:pt x="55" y="85"/>
                  </a:cubicBezTo>
                  <a:cubicBezTo>
                    <a:pt x="58" y="84"/>
                    <a:pt x="61" y="83"/>
                    <a:pt x="63" y="82"/>
                  </a:cubicBezTo>
                  <a:cubicBezTo>
                    <a:pt x="66" y="81"/>
                    <a:pt x="68" y="81"/>
                    <a:pt x="69" y="80"/>
                  </a:cubicBezTo>
                  <a:cubicBezTo>
                    <a:pt x="71" y="79"/>
                    <a:pt x="72" y="79"/>
                    <a:pt x="72" y="79"/>
                  </a:cubicBezTo>
                  <a:cubicBezTo>
                    <a:pt x="73" y="79"/>
                    <a:pt x="73" y="79"/>
                    <a:pt x="73" y="79"/>
                  </a:cubicBezTo>
                  <a:cubicBezTo>
                    <a:pt x="74" y="79"/>
                    <a:pt x="74" y="80"/>
                    <a:pt x="74" y="80"/>
                  </a:cubicBezTo>
                  <a:cubicBezTo>
                    <a:pt x="74" y="80"/>
                    <a:pt x="75" y="81"/>
                    <a:pt x="75" y="82"/>
                  </a:cubicBezTo>
                  <a:cubicBezTo>
                    <a:pt x="75" y="82"/>
                    <a:pt x="75" y="83"/>
                    <a:pt x="75" y="84"/>
                  </a:cubicBezTo>
                  <a:cubicBezTo>
                    <a:pt x="75" y="84"/>
                    <a:pt x="75" y="85"/>
                    <a:pt x="75" y="85"/>
                  </a:cubicBezTo>
                  <a:cubicBezTo>
                    <a:pt x="75" y="86"/>
                    <a:pt x="75" y="86"/>
                    <a:pt x="74" y="86"/>
                  </a:cubicBezTo>
                  <a:cubicBezTo>
                    <a:pt x="74" y="87"/>
                    <a:pt x="74" y="87"/>
                    <a:pt x="74" y="88"/>
                  </a:cubicBezTo>
                  <a:cubicBezTo>
                    <a:pt x="74" y="88"/>
                    <a:pt x="74" y="88"/>
                    <a:pt x="73" y="88"/>
                  </a:cubicBezTo>
                  <a:cubicBezTo>
                    <a:pt x="73" y="89"/>
                    <a:pt x="72" y="89"/>
                    <a:pt x="70" y="90"/>
                  </a:cubicBezTo>
                  <a:cubicBezTo>
                    <a:pt x="69" y="91"/>
                    <a:pt x="66" y="92"/>
                    <a:pt x="64" y="93"/>
                  </a:cubicBezTo>
                  <a:cubicBezTo>
                    <a:pt x="61" y="93"/>
                    <a:pt x="58" y="94"/>
                    <a:pt x="54" y="95"/>
                  </a:cubicBezTo>
                  <a:cubicBezTo>
                    <a:pt x="50" y="95"/>
                    <a:pt x="46" y="96"/>
                    <a:pt x="42" y="96"/>
                  </a:cubicBezTo>
                  <a:cubicBezTo>
                    <a:pt x="35" y="96"/>
                    <a:pt x="29" y="95"/>
                    <a:pt x="24" y="93"/>
                  </a:cubicBezTo>
                  <a:cubicBezTo>
                    <a:pt x="19" y="91"/>
                    <a:pt x="14" y="88"/>
                    <a:pt x="11" y="84"/>
                  </a:cubicBezTo>
                  <a:cubicBezTo>
                    <a:pt x="7" y="80"/>
                    <a:pt x="4" y="75"/>
                    <a:pt x="3" y="69"/>
                  </a:cubicBezTo>
                  <a:cubicBezTo>
                    <a:pt x="1" y="63"/>
                    <a:pt x="0" y="56"/>
                    <a:pt x="0" y="48"/>
                  </a:cubicBezTo>
                  <a:cubicBezTo>
                    <a:pt x="0" y="41"/>
                    <a:pt x="1" y="34"/>
                    <a:pt x="3" y="28"/>
                  </a:cubicBezTo>
                  <a:cubicBezTo>
                    <a:pt x="5" y="22"/>
                    <a:pt x="7" y="17"/>
                    <a:pt x="11" y="13"/>
                  </a:cubicBezTo>
                  <a:cubicBezTo>
                    <a:pt x="15" y="9"/>
                    <a:pt x="19" y="6"/>
                    <a:pt x="24" y="3"/>
                  </a:cubicBezTo>
                  <a:cubicBezTo>
                    <a:pt x="29" y="1"/>
                    <a:pt x="35" y="0"/>
                    <a:pt x="41" y="0"/>
                  </a:cubicBezTo>
                  <a:cubicBezTo>
                    <a:pt x="48" y="0"/>
                    <a:pt x="53" y="1"/>
                    <a:pt x="58" y="4"/>
                  </a:cubicBezTo>
                  <a:cubicBezTo>
                    <a:pt x="63" y="6"/>
                    <a:pt x="66" y="9"/>
                    <a:pt x="69" y="12"/>
                  </a:cubicBezTo>
                  <a:cubicBezTo>
                    <a:pt x="73" y="16"/>
                    <a:pt x="75" y="21"/>
                    <a:pt x="76" y="26"/>
                  </a:cubicBezTo>
                  <a:cubicBezTo>
                    <a:pt x="78" y="30"/>
                    <a:pt x="78" y="36"/>
                    <a:pt x="78" y="41"/>
                  </a:cubicBezTo>
                  <a:lnTo>
                    <a:pt x="78" y="43"/>
                  </a:lnTo>
                  <a:close/>
                  <a:moveTo>
                    <a:pt x="66" y="40"/>
                  </a:moveTo>
                  <a:cubicBezTo>
                    <a:pt x="66" y="31"/>
                    <a:pt x="64" y="23"/>
                    <a:pt x="60" y="18"/>
                  </a:cubicBezTo>
                  <a:cubicBezTo>
                    <a:pt x="55" y="13"/>
                    <a:pt x="49" y="10"/>
                    <a:pt x="40" y="10"/>
                  </a:cubicBezTo>
                  <a:cubicBezTo>
                    <a:pt x="36" y="10"/>
                    <a:pt x="32" y="11"/>
                    <a:pt x="28" y="13"/>
                  </a:cubicBezTo>
                  <a:cubicBezTo>
                    <a:pt x="25" y="14"/>
                    <a:pt x="22" y="17"/>
                    <a:pt x="20" y="19"/>
                  </a:cubicBezTo>
                  <a:cubicBezTo>
                    <a:pt x="18" y="22"/>
                    <a:pt x="16" y="25"/>
                    <a:pt x="14" y="29"/>
                  </a:cubicBezTo>
                  <a:cubicBezTo>
                    <a:pt x="13" y="32"/>
                    <a:pt x="13" y="36"/>
                    <a:pt x="12" y="40"/>
                  </a:cubicBezTo>
                  <a:lnTo>
                    <a:pt x="66" y="40"/>
                  </a:ln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5" name="Freeform 12"/>
            <p:cNvSpPr>
              <a:spLocks/>
            </p:cNvSpPr>
            <p:nvPr/>
          </p:nvSpPr>
          <p:spPr bwMode="auto">
            <a:xfrm>
              <a:off x="6313843" y="5921385"/>
              <a:ext cx="129762" cy="96242"/>
            </a:xfrm>
            <a:custGeom>
              <a:avLst/>
              <a:gdLst>
                <a:gd name="T0" fmla="*/ 126 w 126"/>
                <a:gd name="T1" fmla="*/ 93 h 95"/>
                <a:gd name="T2" fmla="*/ 123 w 126"/>
                <a:gd name="T3" fmla="*/ 95 h 95"/>
                <a:gd name="T4" fmla="*/ 118 w 126"/>
                <a:gd name="T5" fmla="*/ 95 h 95"/>
                <a:gd name="T6" fmla="*/ 115 w 126"/>
                <a:gd name="T7" fmla="*/ 93 h 95"/>
                <a:gd name="T8" fmla="*/ 115 w 126"/>
                <a:gd name="T9" fmla="*/ 38 h 95"/>
                <a:gd name="T10" fmla="*/ 110 w 126"/>
                <a:gd name="T11" fmla="*/ 18 h 95"/>
                <a:gd name="T12" fmla="*/ 95 w 126"/>
                <a:gd name="T13" fmla="*/ 10 h 95"/>
                <a:gd name="T14" fmla="*/ 69 w 126"/>
                <a:gd name="T15" fmla="*/ 29 h 95"/>
                <a:gd name="T16" fmla="*/ 69 w 126"/>
                <a:gd name="T17" fmla="*/ 93 h 95"/>
                <a:gd name="T18" fmla="*/ 66 w 126"/>
                <a:gd name="T19" fmla="*/ 95 h 95"/>
                <a:gd name="T20" fmla="*/ 60 w 126"/>
                <a:gd name="T21" fmla="*/ 95 h 95"/>
                <a:gd name="T22" fmla="*/ 58 w 126"/>
                <a:gd name="T23" fmla="*/ 93 h 95"/>
                <a:gd name="T24" fmla="*/ 57 w 126"/>
                <a:gd name="T25" fmla="*/ 38 h 95"/>
                <a:gd name="T26" fmla="*/ 53 w 126"/>
                <a:gd name="T27" fmla="*/ 18 h 95"/>
                <a:gd name="T28" fmla="*/ 38 w 126"/>
                <a:gd name="T29" fmla="*/ 10 h 95"/>
                <a:gd name="T30" fmla="*/ 12 w 126"/>
                <a:gd name="T31" fmla="*/ 29 h 95"/>
                <a:gd name="T32" fmla="*/ 11 w 126"/>
                <a:gd name="T33" fmla="*/ 93 h 95"/>
                <a:gd name="T34" fmla="*/ 9 w 126"/>
                <a:gd name="T35" fmla="*/ 95 h 95"/>
                <a:gd name="T36" fmla="*/ 3 w 126"/>
                <a:gd name="T37" fmla="*/ 95 h 95"/>
                <a:gd name="T38" fmla="*/ 0 w 126"/>
                <a:gd name="T39" fmla="*/ 93 h 95"/>
                <a:gd name="T40" fmla="*/ 0 w 126"/>
                <a:gd name="T41" fmla="*/ 4 h 95"/>
                <a:gd name="T42" fmla="*/ 1 w 126"/>
                <a:gd name="T43" fmla="*/ 2 h 95"/>
                <a:gd name="T44" fmla="*/ 6 w 126"/>
                <a:gd name="T45" fmla="*/ 1 h 95"/>
                <a:gd name="T46" fmla="*/ 10 w 126"/>
                <a:gd name="T47" fmla="*/ 2 h 95"/>
                <a:gd name="T48" fmla="*/ 11 w 126"/>
                <a:gd name="T49" fmla="*/ 4 h 95"/>
                <a:gd name="T50" fmla="*/ 26 w 126"/>
                <a:gd name="T51" fmla="*/ 4 h 95"/>
                <a:gd name="T52" fmla="*/ 49 w 126"/>
                <a:gd name="T53" fmla="*/ 2 h 95"/>
                <a:gd name="T54" fmla="*/ 63 w 126"/>
                <a:gd name="T55" fmla="*/ 11 h 95"/>
                <a:gd name="T56" fmla="*/ 75 w 126"/>
                <a:gd name="T57" fmla="*/ 10 h 95"/>
                <a:gd name="T58" fmla="*/ 90 w 126"/>
                <a:gd name="T59" fmla="*/ 1 h 95"/>
                <a:gd name="T60" fmla="*/ 111 w 126"/>
                <a:gd name="T61" fmla="*/ 3 h 95"/>
                <a:gd name="T62" fmla="*/ 125 w 126"/>
                <a:gd name="T63" fmla="*/ 23 h 95"/>
                <a:gd name="T64" fmla="*/ 126 w 126"/>
                <a:gd name="T65" fmla="*/ 9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6" h="95">
                  <a:moveTo>
                    <a:pt x="126" y="92"/>
                  </a:moveTo>
                  <a:cubicBezTo>
                    <a:pt x="126" y="93"/>
                    <a:pt x="126" y="93"/>
                    <a:pt x="126" y="93"/>
                  </a:cubicBezTo>
                  <a:cubicBezTo>
                    <a:pt x="126" y="94"/>
                    <a:pt x="126" y="94"/>
                    <a:pt x="125" y="94"/>
                  </a:cubicBezTo>
                  <a:cubicBezTo>
                    <a:pt x="125" y="94"/>
                    <a:pt x="124" y="94"/>
                    <a:pt x="123" y="95"/>
                  </a:cubicBezTo>
                  <a:cubicBezTo>
                    <a:pt x="123" y="95"/>
                    <a:pt x="122" y="95"/>
                    <a:pt x="121" y="95"/>
                  </a:cubicBezTo>
                  <a:cubicBezTo>
                    <a:pt x="119" y="95"/>
                    <a:pt x="118" y="95"/>
                    <a:pt x="118" y="95"/>
                  </a:cubicBezTo>
                  <a:cubicBezTo>
                    <a:pt x="117" y="94"/>
                    <a:pt x="116" y="94"/>
                    <a:pt x="116" y="94"/>
                  </a:cubicBezTo>
                  <a:cubicBezTo>
                    <a:pt x="115" y="94"/>
                    <a:pt x="115" y="94"/>
                    <a:pt x="115" y="93"/>
                  </a:cubicBezTo>
                  <a:cubicBezTo>
                    <a:pt x="115" y="93"/>
                    <a:pt x="115" y="93"/>
                    <a:pt x="115" y="92"/>
                  </a:cubicBezTo>
                  <a:cubicBezTo>
                    <a:pt x="115" y="38"/>
                    <a:pt x="115" y="38"/>
                    <a:pt x="115" y="38"/>
                  </a:cubicBezTo>
                  <a:cubicBezTo>
                    <a:pt x="115" y="34"/>
                    <a:pt x="114" y="30"/>
                    <a:pt x="114" y="26"/>
                  </a:cubicBezTo>
                  <a:cubicBezTo>
                    <a:pt x="113" y="23"/>
                    <a:pt x="112" y="20"/>
                    <a:pt x="110" y="18"/>
                  </a:cubicBezTo>
                  <a:cubicBezTo>
                    <a:pt x="109" y="15"/>
                    <a:pt x="106" y="13"/>
                    <a:pt x="104" y="12"/>
                  </a:cubicBezTo>
                  <a:cubicBezTo>
                    <a:pt x="102" y="11"/>
                    <a:pt x="99" y="10"/>
                    <a:pt x="95" y="10"/>
                  </a:cubicBezTo>
                  <a:cubicBezTo>
                    <a:pt x="91" y="10"/>
                    <a:pt x="87" y="12"/>
                    <a:pt x="83" y="15"/>
                  </a:cubicBezTo>
                  <a:cubicBezTo>
                    <a:pt x="79" y="18"/>
                    <a:pt x="74" y="23"/>
                    <a:pt x="69" y="29"/>
                  </a:cubicBezTo>
                  <a:cubicBezTo>
                    <a:pt x="69" y="92"/>
                    <a:pt x="69" y="92"/>
                    <a:pt x="69" y="92"/>
                  </a:cubicBezTo>
                  <a:cubicBezTo>
                    <a:pt x="69" y="93"/>
                    <a:pt x="69" y="93"/>
                    <a:pt x="69" y="93"/>
                  </a:cubicBezTo>
                  <a:cubicBezTo>
                    <a:pt x="69" y="94"/>
                    <a:pt x="68" y="94"/>
                    <a:pt x="68" y="94"/>
                  </a:cubicBezTo>
                  <a:cubicBezTo>
                    <a:pt x="67" y="94"/>
                    <a:pt x="67" y="94"/>
                    <a:pt x="66" y="95"/>
                  </a:cubicBezTo>
                  <a:cubicBezTo>
                    <a:pt x="65" y="95"/>
                    <a:pt x="64" y="95"/>
                    <a:pt x="63" y="95"/>
                  </a:cubicBezTo>
                  <a:cubicBezTo>
                    <a:pt x="62" y="95"/>
                    <a:pt x="61" y="95"/>
                    <a:pt x="60" y="95"/>
                  </a:cubicBezTo>
                  <a:cubicBezTo>
                    <a:pt x="60" y="94"/>
                    <a:pt x="59" y="94"/>
                    <a:pt x="59" y="94"/>
                  </a:cubicBezTo>
                  <a:cubicBezTo>
                    <a:pt x="58" y="94"/>
                    <a:pt x="58" y="94"/>
                    <a:pt x="58" y="93"/>
                  </a:cubicBezTo>
                  <a:cubicBezTo>
                    <a:pt x="58" y="93"/>
                    <a:pt x="57" y="93"/>
                    <a:pt x="57" y="92"/>
                  </a:cubicBezTo>
                  <a:cubicBezTo>
                    <a:pt x="57" y="38"/>
                    <a:pt x="57" y="38"/>
                    <a:pt x="57" y="38"/>
                  </a:cubicBezTo>
                  <a:cubicBezTo>
                    <a:pt x="57" y="34"/>
                    <a:pt x="57" y="30"/>
                    <a:pt x="56" y="26"/>
                  </a:cubicBezTo>
                  <a:cubicBezTo>
                    <a:pt x="56" y="23"/>
                    <a:pt x="54" y="20"/>
                    <a:pt x="53" y="18"/>
                  </a:cubicBezTo>
                  <a:cubicBezTo>
                    <a:pt x="51" y="15"/>
                    <a:pt x="49" y="13"/>
                    <a:pt x="47" y="12"/>
                  </a:cubicBezTo>
                  <a:cubicBezTo>
                    <a:pt x="44" y="11"/>
                    <a:pt x="41" y="10"/>
                    <a:pt x="38" y="10"/>
                  </a:cubicBezTo>
                  <a:cubicBezTo>
                    <a:pt x="34" y="10"/>
                    <a:pt x="30" y="12"/>
                    <a:pt x="25" y="15"/>
                  </a:cubicBezTo>
                  <a:cubicBezTo>
                    <a:pt x="21" y="18"/>
                    <a:pt x="17" y="23"/>
                    <a:pt x="12" y="29"/>
                  </a:cubicBezTo>
                  <a:cubicBezTo>
                    <a:pt x="12" y="92"/>
                    <a:pt x="12" y="92"/>
                    <a:pt x="12" y="92"/>
                  </a:cubicBezTo>
                  <a:cubicBezTo>
                    <a:pt x="12" y="93"/>
                    <a:pt x="12" y="93"/>
                    <a:pt x="11" y="93"/>
                  </a:cubicBezTo>
                  <a:cubicBezTo>
                    <a:pt x="11" y="94"/>
                    <a:pt x="11" y="94"/>
                    <a:pt x="10" y="94"/>
                  </a:cubicBezTo>
                  <a:cubicBezTo>
                    <a:pt x="10" y="94"/>
                    <a:pt x="9" y="94"/>
                    <a:pt x="9" y="95"/>
                  </a:cubicBezTo>
                  <a:cubicBezTo>
                    <a:pt x="8" y="95"/>
                    <a:pt x="7" y="95"/>
                    <a:pt x="6" y="95"/>
                  </a:cubicBezTo>
                  <a:cubicBezTo>
                    <a:pt x="5" y="95"/>
                    <a:pt x="4" y="95"/>
                    <a:pt x="3" y="95"/>
                  </a:cubicBezTo>
                  <a:cubicBezTo>
                    <a:pt x="2" y="94"/>
                    <a:pt x="2" y="94"/>
                    <a:pt x="1" y="94"/>
                  </a:cubicBezTo>
                  <a:cubicBezTo>
                    <a:pt x="1" y="94"/>
                    <a:pt x="0" y="94"/>
                    <a:pt x="0" y="93"/>
                  </a:cubicBezTo>
                  <a:cubicBezTo>
                    <a:pt x="0" y="93"/>
                    <a:pt x="0" y="93"/>
                    <a:pt x="0" y="92"/>
                  </a:cubicBezTo>
                  <a:cubicBezTo>
                    <a:pt x="0" y="4"/>
                    <a:pt x="0" y="4"/>
                    <a:pt x="0" y="4"/>
                  </a:cubicBezTo>
                  <a:cubicBezTo>
                    <a:pt x="0" y="3"/>
                    <a:pt x="0" y="3"/>
                    <a:pt x="0" y="3"/>
                  </a:cubicBezTo>
                  <a:cubicBezTo>
                    <a:pt x="0" y="2"/>
                    <a:pt x="1" y="2"/>
                    <a:pt x="1" y="2"/>
                  </a:cubicBezTo>
                  <a:cubicBezTo>
                    <a:pt x="2" y="2"/>
                    <a:pt x="2" y="2"/>
                    <a:pt x="3" y="1"/>
                  </a:cubicBezTo>
                  <a:cubicBezTo>
                    <a:pt x="4" y="1"/>
                    <a:pt x="5" y="1"/>
                    <a:pt x="6" y="1"/>
                  </a:cubicBezTo>
                  <a:cubicBezTo>
                    <a:pt x="7" y="1"/>
                    <a:pt x="8" y="1"/>
                    <a:pt x="8" y="1"/>
                  </a:cubicBezTo>
                  <a:cubicBezTo>
                    <a:pt x="9" y="2"/>
                    <a:pt x="10" y="2"/>
                    <a:pt x="10" y="2"/>
                  </a:cubicBezTo>
                  <a:cubicBezTo>
                    <a:pt x="10" y="2"/>
                    <a:pt x="11" y="2"/>
                    <a:pt x="11" y="3"/>
                  </a:cubicBezTo>
                  <a:cubicBezTo>
                    <a:pt x="11" y="3"/>
                    <a:pt x="11" y="3"/>
                    <a:pt x="11" y="4"/>
                  </a:cubicBezTo>
                  <a:cubicBezTo>
                    <a:pt x="11" y="16"/>
                    <a:pt x="11" y="16"/>
                    <a:pt x="11" y="16"/>
                  </a:cubicBezTo>
                  <a:cubicBezTo>
                    <a:pt x="16" y="11"/>
                    <a:pt x="21" y="7"/>
                    <a:pt x="26" y="4"/>
                  </a:cubicBezTo>
                  <a:cubicBezTo>
                    <a:pt x="30" y="1"/>
                    <a:pt x="35" y="0"/>
                    <a:pt x="39" y="0"/>
                  </a:cubicBezTo>
                  <a:cubicBezTo>
                    <a:pt x="43" y="0"/>
                    <a:pt x="46" y="1"/>
                    <a:pt x="49" y="2"/>
                  </a:cubicBezTo>
                  <a:cubicBezTo>
                    <a:pt x="52" y="2"/>
                    <a:pt x="55" y="4"/>
                    <a:pt x="57" y="5"/>
                  </a:cubicBezTo>
                  <a:cubicBezTo>
                    <a:pt x="59" y="7"/>
                    <a:pt x="61" y="9"/>
                    <a:pt x="63" y="11"/>
                  </a:cubicBezTo>
                  <a:cubicBezTo>
                    <a:pt x="64" y="13"/>
                    <a:pt x="65" y="16"/>
                    <a:pt x="66" y="18"/>
                  </a:cubicBezTo>
                  <a:cubicBezTo>
                    <a:pt x="69" y="15"/>
                    <a:pt x="72" y="12"/>
                    <a:pt x="75" y="10"/>
                  </a:cubicBezTo>
                  <a:cubicBezTo>
                    <a:pt x="78" y="7"/>
                    <a:pt x="80" y="6"/>
                    <a:pt x="83" y="4"/>
                  </a:cubicBezTo>
                  <a:cubicBezTo>
                    <a:pt x="85" y="3"/>
                    <a:pt x="88" y="2"/>
                    <a:pt x="90" y="1"/>
                  </a:cubicBezTo>
                  <a:cubicBezTo>
                    <a:pt x="92" y="1"/>
                    <a:pt x="94" y="0"/>
                    <a:pt x="97" y="0"/>
                  </a:cubicBezTo>
                  <a:cubicBezTo>
                    <a:pt x="102" y="0"/>
                    <a:pt x="107" y="1"/>
                    <a:pt x="111" y="3"/>
                  </a:cubicBezTo>
                  <a:cubicBezTo>
                    <a:pt x="115" y="5"/>
                    <a:pt x="118" y="8"/>
                    <a:pt x="120" y="11"/>
                  </a:cubicBezTo>
                  <a:cubicBezTo>
                    <a:pt x="122" y="14"/>
                    <a:pt x="124" y="18"/>
                    <a:pt x="125" y="23"/>
                  </a:cubicBezTo>
                  <a:cubicBezTo>
                    <a:pt x="126" y="27"/>
                    <a:pt x="126" y="32"/>
                    <a:pt x="126" y="37"/>
                  </a:cubicBezTo>
                  <a:lnTo>
                    <a:pt x="126" y="92"/>
                  </a:ln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6" name="Freeform 13"/>
            <p:cNvSpPr>
              <a:spLocks noEditPoints="1"/>
            </p:cNvSpPr>
            <p:nvPr/>
          </p:nvSpPr>
          <p:spPr bwMode="auto">
            <a:xfrm>
              <a:off x="6467342" y="5879473"/>
              <a:ext cx="77541" cy="138155"/>
            </a:xfrm>
            <a:custGeom>
              <a:avLst/>
              <a:gdLst>
                <a:gd name="T0" fmla="*/ 77 w 77"/>
                <a:gd name="T1" fmla="*/ 89 h 138"/>
                <a:gd name="T2" fmla="*/ 75 w 77"/>
                <a:gd name="T3" fmla="*/ 109 h 138"/>
                <a:gd name="T4" fmla="*/ 67 w 77"/>
                <a:gd name="T5" fmla="*/ 125 h 138"/>
                <a:gd name="T6" fmla="*/ 55 w 77"/>
                <a:gd name="T7" fmla="*/ 134 h 138"/>
                <a:gd name="T8" fmla="*/ 39 w 77"/>
                <a:gd name="T9" fmla="*/ 138 h 138"/>
                <a:gd name="T10" fmla="*/ 31 w 77"/>
                <a:gd name="T11" fmla="*/ 137 h 138"/>
                <a:gd name="T12" fmla="*/ 25 w 77"/>
                <a:gd name="T13" fmla="*/ 134 h 138"/>
                <a:gd name="T14" fmla="*/ 18 w 77"/>
                <a:gd name="T15" fmla="*/ 130 h 138"/>
                <a:gd name="T16" fmla="*/ 10 w 77"/>
                <a:gd name="T17" fmla="*/ 123 h 138"/>
                <a:gd name="T18" fmla="*/ 10 w 77"/>
                <a:gd name="T19" fmla="*/ 134 h 138"/>
                <a:gd name="T20" fmla="*/ 10 w 77"/>
                <a:gd name="T21" fmla="*/ 135 h 138"/>
                <a:gd name="T22" fmla="*/ 9 w 77"/>
                <a:gd name="T23" fmla="*/ 136 h 138"/>
                <a:gd name="T24" fmla="*/ 7 w 77"/>
                <a:gd name="T25" fmla="*/ 137 h 138"/>
                <a:gd name="T26" fmla="*/ 5 w 77"/>
                <a:gd name="T27" fmla="*/ 137 h 138"/>
                <a:gd name="T28" fmla="*/ 2 w 77"/>
                <a:gd name="T29" fmla="*/ 137 h 138"/>
                <a:gd name="T30" fmla="*/ 1 w 77"/>
                <a:gd name="T31" fmla="*/ 136 h 138"/>
                <a:gd name="T32" fmla="*/ 0 w 77"/>
                <a:gd name="T33" fmla="*/ 135 h 138"/>
                <a:gd name="T34" fmla="*/ 0 w 77"/>
                <a:gd name="T35" fmla="*/ 134 h 138"/>
                <a:gd name="T36" fmla="*/ 0 w 77"/>
                <a:gd name="T37" fmla="*/ 3 h 138"/>
                <a:gd name="T38" fmla="*/ 0 w 77"/>
                <a:gd name="T39" fmla="*/ 1 h 138"/>
                <a:gd name="T40" fmla="*/ 1 w 77"/>
                <a:gd name="T41" fmla="*/ 1 h 138"/>
                <a:gd name="T42" fmla="*/ 3 w 77"/>
                <a:gd name="T43" fmla="*/ 0 h 138"/>
                <a:gd name="T44" fmla="*/ 5 w 77"/>
                <a:gd name="T45" fmla="*/ 0 h 138"/>
                <a:gd name="T46" fmla="*/ 8 w 77"/>
                <a:gd name="T47" fmla="*/ 0 h 138"/>
                <a:gd name="T48" fmla="*/ 10 w 77"/>
                <a:gd name="T49" fmla="*/ 1 h 138"/>
                <a:gd name="T50" fmla="*/ 11 w 77"/>
                <a:gd name="T51" fmla="*/ 1 h 138"/>
                <a:gd name="T52" fmla="*/ 11 w 77"/>
                <a:gd name="T53" fmla="*/ 3 h 138"/>
                <a:gd name="T54" fmla="*/ 11 w 77"/>
                <a:gd name="T55" fmla="*/ 58 h 138"/>
                <a:gd name="T56" fmla="*/ 19 w 77"/>
                <a:gd name="T57" fmla="*/ 50 h 138"/>
                <a:gd name="T58" fmla="*/ 27 w 77"/>
                <a:gd name="T59" fmla="*/ 46 h 138"/>
                <a:gd name="T60" fmla="*/ 34 w 77"/>
                <a:gd name="T61" fmla="*/ 43 h 138"/>
                <a:gd name="T62" fmla="*/ 41 w 77"/>
                <a:gd name="T63" fmla="*/ 42 h 138"/>
                <a:gd name="T64" fmla="*/ 58 w 77"/>
                <a:gd name="T65" fmla="*/ 46 h 138"/>
                <a:gd name="T66" fmla="*/ 69 w 77"/>
                <a:gd name="T67" fmla="*/ 56 h 138"/>
                <a:gd name="T68" fmla="*/ 75 w 77"/>
                <a:gd name="T69" fmla="*/ 71 h 138"/>
                <a:gd name="T70" fmla="*/ 77 w 77"/>
                <a:gd name="T71" fmla="*/ 89 h 138"/>
                <a:gd name="T72" fmla="*/ 65 w 77"/>
                <a:gd name="T73" fmla="*/ 91 h 138"/>
                <a:gd name="T74" fmla="*/ 64 w 77"/>
                <a:gd name="T75" fmla="*/ 76 h 138"/>
                <a:gd name="T76" fmla="*/ 60 w 77"/>
                <a:gd name="T77" fmla="*/ 64 h 138"/>
                <a:gd name="T78" fmla="*/ 52 w 77"/>
                <a:gd name="T79" fmla="*/ 55 h 138"/>
                <a:gd name="T80" fmla="*/ 40 w 77"/>
                <a:gd name="T81" fmla="*/ 52 h 138"/>
                <a:gd name="T82" fmla="*/ 34 w 77"/>
                <a:gd name="T83" fmla="*/ 53 h 138"/>
                <a:gd name="T84" fmla="*/ 27 w 77"/>
                <a:gd name="T85" fmla="*/ 56 h 138"/>
                <a:gd name="T86" fmla="*/ 19 w 77"/>
                <a:gd name="T87" fmla="*/ 62 h 138"/>
                <a:gd name="T88" fmla="*/ 11 w 77"/>
                <a:gd name="T89" fmla="*/ 71 h 138"/>
                <a:gd name="T90" fmla="*/ 11 w 77"/>
                <a:gd name="T91" fmla="*/ 110 h 138"/>
                <a:gd name="T92" fmla="*/ 26 w 77"/>
                <a:gd name="T93" fmla="*/ 123 h 138"/>
                <a:gd name="T94" fmla="*/ 40 w 77"/>
                <a:gd name="T95" fmla="*/ 128 h 138"/>
                <a:gd name="T96" fmla="*/ 51 w 77"/>
                <a:gd name="T97" fmla="*/ 125 h 138"/>
                <a:gd name="T98" fmla="*/ 59 w 77"/>
                <a:gd name="T99" fmla="*/ 116 h 138"/>
                <a:gd name="T100" fmla="*/ 63 w 77"/>
                <a:gd name="T101" fmla="*/ 104 h 138"/>
                <a:gd name="T102" fmla="*/ 65 w 77"/>
                <a:gd name="T103" fmla="*/ 91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77" h="138">
                  <a:moveTo>
                    <a:pt x="77" y="89"/>
                  </a:moveTo>
                  <a:cubicBezTo>
                    <a:pt x="77" y="96"/>
                    <a:pt x="76" y="103"/>
                    <a:pt x="75" y="109"/>
                  </a:cubicBezTo>
                  <a:cubicBezTo>
                    <a:pt x="73" y="115"/>
                    <a:pt x="71" y="120"/>
                    <a:pt x="67" y="125"/>
                  </a:cubicBezTo>
                  <a:cubicBezTo>
                    <a:pt x="64" y="129"/>
                    <a:pt x="60" y="132"/>
                    <a:pt x="55" y="134"/>
                  </a:cubicBezTo>
                  <a:cubicBezTo>
                    <a:pt x="51" y="137"/>
                    <a:pt x="45" y="138"/>
                    <a:pt x="39" y="138"/>
                  </a:cubicBezTo>
                  <a:cubicBezTo>
                    <a:pt x="36" y="138"/>
                    <a:pt x="34" y="138"/>
                    <a:pt x="31" y="137"/>
                  </a:cubicBezTo>
                  <a:cubicBezTo>
                    <a:pt x="29" y="136"/>
                    <a:pt x="27" y="136"/>
                    <a:pt x="25" y="134"/>
                  </a:cubicBezTo>
                  <a:cubicBezTo>
                    <a:pt x="22" y="133"/>
                    <a:pt x="20" y="132"/>
                    <a:pt x="18" y="130"/>
                  </a:cubicBezTo>
                  <a:cubicBezTo>
                    <a:pt x="16" y="128"/>
                    <a:pt x="13" y="125"/>
                    <a:pt x="10" y="123"/>
                  </a:cubicBezTo>
                  <a:cubicBezTo>
                    <a:pt x="10" y="134"/>
                    <a:pt x="10" y="134"/>
                    <a:pt x="10" y="134"/>
                  </a:cubicBezTo>
                  <a:cubicBezTo>
                    <a:pt x="10" y="135"/>
                    <a:pt x="10" y="135"/>
                    <a:pt x="10" y="135"/>
                  </a:cubicBezTo>
                  <a:cubicBezTo>
                    <a:pt x="10" y="136"/>
                    <a:pt x="10" y="136"/>
                    <a:pt x="9" y="136"/>
                  </a:cubicBezTo>
                  <a:cubicBezTo>
                    <a:pt x="9" y="136"/>
                    <a:pt x="8" y="137"/>
                    <a:pt x="7" y="137"/>
                  </a:cubicBezTo>
                  <a:cubicBezTo>
                    <a:pt x="7" y="137"/>
                    <a:pt x="6" y="137"/>
                    <a:pt x="5" y="137"/>
                  </a:cubicBezTo>
                  <a:cubicBezTo>
                    <a:pt x="4" y="137"/>
                    <a:pt x="3" y="137"/>
                    <a:pt x="2" y="137"/>
                  </a:cubicBezTo>
                  <a:cubicBezTo>
                    <a:pt x="2" y="137"/>
                    <a:pt x="1" y="136"/>
                    <a:pt x="1" y="136"/>
                  </a:cubicBezTo>
                  <a:cubicBezTo>
                    <a:pt x="0" y="136"/>
                    <a:pt x="0" y="136"/>
                    <a:pt x="0" y="135"/>
                  </a:cubicBezTo>
                  <a:cubicBezTo>
                    <a:pt x="0" y="135"/>
                    <a:pt x="0" y="135"/>
                    <a:pt x="0" y="134"/>
                  </a:cubicBezTo>
                  <a:cubicBezTo>
                    <a:pt x="0" y="3"/>
                    <a:pt x="0" y="3"/>
                    <a:pt x="0" y="3"/>
                  </a:cubicBezTo>
                  <a:cubicBezTo>
                    <a:pt x="0" y="2"/>
                    <a:pt x="0" y="2"/>
                    <a:pt x="0" y="1"/>
                  </a:cubicBezTo>
                  <a:cubicBezTo>
                    <a:pt x="0" y="1"/>
                    <a:pt x="0" y="1"/>
                    <a:pt x="1" y="1"/>
                  </a:cubicBezTo>
                  <a:cubicBezTo>
                    <a:pt x="1" y="0"/>
                    <a:pt x="2" y="0"/>
                    <a:pt x="3" y="0"/>
                  </a:cubicBezTo>
                  <a:cubicBezTo>
                    <a:pt x="3" y="0"/>
                    <a:pt x="4" y="0"/>
                    <a:pt x="5" y="0"/>
                  </a:cubicBezTo>
                  <a:cubicBezTo>
                    <a:pt x="7" y="0"/>
                    <a:pt x="8" y="0"/>
                    <a:pt x="8" y="0"/>
                  </a:cubicBezTo>
                  <a:cubicBezTo>
                    <a:pt x="9" y="0"/>
                    <a:pt x="10" y="0"/>
                    <a:pt x="10" y="1"/>
                  </a:cubicBezTo>
                  <a:cubicBezTo>
                    <a:pt x="11" y="1"/>
                    <a:pt x="11" y="1"/>
                    <a:pt x="11" y="1"/>
                  </a:cubicBezTo>
                  <a:cubicBezTo>
                    <a:pt x="11" y="2"/>
                    <a:pt x="11" y="2"/>
                    <a:pt x="11" y="3"/>
                  </a:cubicBezTo>
                  <a:cubicBezTo>
                    <a:pt x="11" y="58"/>
                    <a:pt x="11" y="58"/>
                    <a:pt x="11" y="58"/>
                  </a:cubicBezTo>
                  <a:cubicBezTo>
                    <a:pt x="14" y="55"/>
                    <a:pt x="17" y="52"/>
                    <a:pt x="19" y="50"/>
                  </a:cubicBezTo>
                  <a:cubicBezTo>
                    <a:pt x="22" y="48"/>
                    <a:pt x="24" y="47"/>
                    <a:pt x="27" y="46"/>
                  </a:cubicBezTo>
                  <a:cubicBezTo>
                    <a:pt x="29" y="44"/>
                    <a:pt x="32" y="44"/>
                    <a:pt x="34" y="43"/>
                  </a:cubicBezTo>
                  <a:cubicBezTo>
                    <a:pt x="36" y="42"/>
                    <a:pt x="39" y="42"/>
                    <a:pt x="41" y="42"/>
                  </a:cubicBezTo>
                  <a:cubicBezTo>
                    <a:pt x="48" y="42"/>
                    <a:pt x="53" y="43"/>
                    <a:pt x="58" y="46"/>
                  </a:cubicBezTo>
                  <a:cubicBezTo>
                    <a:pt x="62" y="48"/>
                    <a:pt x="66" y="52"/>
                    <a:pt x="69" y="56"/>
                  </a:cubicBezTo>
                  <a:cubicBezTo>
                    <a:pt x="72" y="60"/>
                    <a:pt x="74" y="65"/>
                    <a:pt x="75" y="71"/>
                  </a:cubicBezTo>
                  <a:cubicBezTo>
                    <a:pt x="76" y="76"/>
                    <a:pt x="77" y="83"/>
                    <a:pt x="77" y="89"/>
                  </a:cubicBezTo>
                  <a:close/>
                  <a:moveTo>
                    <a:pt x="65" y="91"/>
                  </a:moveTo>
                  <a:cubicBezTo>
                    <a:pt x="65" y="86"/>
                    <a:pt x="64" y="81"/>
                    <a:pt x="64" y="76"/>
                  </a:cubicBezTo>
                  <a:cubicBezTo>
                    <a:pt x="63" y="72"/>
                    <a:pt x="62" y="68"/>
                    <a:pt x="60" y="64"/>
                  </a:cubicBezTo>
                  <a:cubicBezTo>
                    <a:pt x="58" y="61"/>
                    <a:pt x="55" y="58"/>
                    <a:pt x="52" y="55"/>
                  </a:cubicBezTo>
                  <a:cubicBezTo>
                    <a:pt x="49" y="53"/>
                    <a:pt x="45" y="52"/>
                    <a:pt x="40" y="52"/>
                  </a:cubicBezTo>
                  <a:cubicBezTo>
                    <a:pt x="38" y="52"/>
                    <a:pt x="36" y="53"/>
                    <a:pt x="34" y="53"/>
                  </a:cubicBezTo>
                  <a:cubicBezTo>
                    <a:pt x="31" y="54"/>
                    <a:pt x="29" y="55"/>
                    <a:pt x="27" y="56"/>
                  </a:cubicBezTo>
                  <a:cubicBezTo>
                    <a:pt x="24" y="58"/>
                    <a:pt x="22" y="60"/>
                    <a:pt x="19" y="62"/>
                  </a:cubicBezTo>
                  <a:cubicBezTo>
                    <a:pt x="17" y="65"/>
                    <a:pt x="14" y="68"/>
                    <a:pt x="11" y="71"/>
                  </a:cubicBezTo>
                  <a:cubicBezTo>
                    <a:pt x="11" y="110"/>
                    <a:pt x="11" y="110"/>
                    <a:pt x="11" y="110"/>
                  </a:cubicBezTo>
                  <a:cubicBezTo>
                    <a:pt x="16" y="115"/>
                    <a:pt x="21" y="120"/>
                    <a:pt x="26" y="123"/>
                  </a:cubicBezTo>
                  <a:cubicBezTo>
                    <a:pt x="30" y="126"/>
                    <a:pt x="35" y="128"/>
                    <a:pt x="40" y="128"/>
                  </a:cubicBezTo>
                  <a:cubicBezTo>
                    <a:pt x="44" y="128"/>
                    <a:pt x="48" y="127"/>
                    <a:pt x="51" y="125"/>
                  </a:cubicBezTo>
                  <a:cubicBezTo>
                    <a:pt x="54" y="122"/>
                    <a:pt x="57" y="120"/>
                    <a:pt x="59" y="116"/>
                  </a:cubicBezTo>
                  <a:cubicBezTo>
                    <a:pt x="61" y="113"/>
                    <a:pt x="63" y="109"/>
                    <a:pt x="63" y="104"/>
                  </a:cubicBezTo>
                  <a:cubicBezTo>
                    <a:pt x="64" y="100"/>
                    <a:pt x="65" y="95"/>
                    <a:pt x="65" y="91"/>
                  </a:cubicBez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7" name="Freeform 14"/>
            <p:cNvSpPr>
              <a:spLocks noEditPoints="1"/>
            </p:cNvSpPr>
            <p:nvPr/>
          </p:nvSpPr>
          <p:spPr bwMode="auto">
            <a:xfrm>
              <a:off x="6555960" y="5921385"/>
              <a:ext cx="80706" cy="96242"/>
            </a:xfrm>
            <a:custGeom>
              <a:avLst/>
              <a:gdLst>
                <a:gd name="T0" fmla="*/ 78 w 78"/>
                <a:gd name="T1" fmla="*/ 43 h 96"/>
                <a:gd name="T2" fmla="*/ 76 w 78"/>
                <a:gd name="T3" fmla="*/ 48 h 96"/>
                <a:gd name="T4" fmla="*/ 73 w 78"/>
                <a:gd name="T5" fmla="*/ 50 h 96"/>
                <a:gd name="T6" fmla="*/ 12 w 78"/>
                <a:gd name="T7" fmla="*/ 50 h 96"/>
                <a:gd name="T8" fmla="*/ 14 w 78"/>
                <a:gd name="T9" fmla="*/ 64 h 96"/>
                <a:gd name="T10" fmla="*/ 19 w 78"/>
                <a:gd name="T11" fmla="*/ 76 h 96"/>
                <a:gd name="T12" fmla="*/ 29 w 78"/>
                <a:gd name="T13" fmla="*/ 83 h 96"/>
                <a:gd name="T14" fmla="*/ 44 w 78"/>
                <a:gd name="T15" fmla="*/ 86 h 96"/>
                <a:gd name="T16" fmla="*/ 55 w 78"/>
                <a:gd name="T17" fmla="*/ 85 h 96"/>
                <a:gd name="T18" fmla="*/ 63 w 78"/>
                <a:gd name="T19" fmla="*/ 82 h 96"/>
                <a:gd name="T20" fmla="*/ 69 w 78"/>
                <a:gd name="T21" fmla="*/ 80 h 96"/>
                <a:gd name="T22" fmla="*/ 72 w 78"/>
                <a:gd name="T23" fmla="*/ 79 h 96"/>
                <a:gd name="T24" fmla="*/ 73 w 78"/>
                <a:gd name="T25" fmla="*/ 79 h 96"/>
                <a:gd name="T26" fmla="*/ 74 w 78"/>
                <a:gd name="T27" fmla="*/ 80 h 96"/>
                <a:gd name="T28" fmla="*/ 75 w 78"/>
                <a:gd name="T29" fmla="*/ 82 h 96"/>
                <a:gd name="T30" fmla="*/ 75 w 78"/>
                <a:gd name="T31" fmla="*/ 84 h 96"/>
                <a:gd name="T32" fmla="*/ 75 w 78"/>
                <a:gd name="T33" fmla="*/ 85 h 96"/>
                <a:gd name="T34" fmla="*/ 74 w 78"/>
                <a:gd name="T35" fmla="*/ 86 h 96"/>
                <a:gd name="T36" fmla="*/ 74 w 78"/>
                <a:gd name="T37" fmla="*/ 88 h 96"/>
                <a:gd name="T38" fmla="*/ 73 w 78"/>
                <a:gd name="T39" fmla="*/ 88 h 96"/>
                <a:gd name="T40" fmla="*/ 70 w 78"/>
                <a:gd name="T41" fmla="*/ 90 h 96"/>
                <a:gd name="T42" fmla="*/ 63 w 78"/>
                <a:gd name="T43" fmla="*/ 93 h 96"/>
                <a:gd name="T44" fmla="*/ 54 w 78"/>
                <a:gd name="T45" fmla="*/ 95 h 96"/>
                <a:gd name="T46" fmla="*/ 42 w 78"/>
                <a:gd name="T47" fmla="*/ 96 h 96"/>
                <a:gd name="T48" fmla="*/ 24 w 78"/>
                <a:gd name="T49" fmla="*/ 93 h 96"/>
                <a:gd name="T50" fmla="*/ 11 w 78"/>
                <a:gd name="T51" fmla="*/ 84 h 96"/>
                <a:gd name="T52" fmla="*/ 3 w 78"/>
                <a:gd name="T53" fmla="*/ 69 h 96"/>
                <a:gd name="T54" fmla="*/ 0 w 78"/>
                <a:gd name="T55" fmla="*/ 48 h 96"/>
                <a:gd name="T56" fmla="*/ 3 w 78"/>
                <a:gd name="T57" fmla="*/ 28 h 96"/>
                <a:gd name="T58" fmla="*/ 11 w 78"/>
                <a:gd name="T59" fmla="*/ 13 h 96"/>
                <a:gd name="T60" fmla="*/ 24 w 78"/>
                <a:gd name="T61" fmla="*/ 3 h 96"/>
                <a:gd name="T62" fmla="*/ 41 w 78"/>
                <a:gd name="T63" fmla="*/ 0 h 96"/>
                <a:gd name="T64" fmla="*/ 58 w 78"/>
                <a:gd name="T65" fmla="*/ 4 h 96"/>
                <a:gd name="T66" fmla="*/ 69 w 78"/>
                <a:gd name="T67" fmla="*/ 12 h 96"/>
                <a:gd name="T68" fmla="*/ 76 w 78"/>
                <a:gd name="T69" fmla="*/ 26 h 96"/>
                <a:gd name="T70" fmla="*/ 78 w 78"/>
                <a:gd name="T71" fmla="*/ 41 h 96"/>
                <a:gd name="T72" fmla="*/ 78 w 78"/>
                <a:gd name="T73" fmla="*/ 43 h 96"/>
                <a:gd name="T74" fmla="*/ 66 w 78"/>
                <a:gd name="T75" fmla="*/ 40 h 96"/>
                <a:gd name="T76" fmla="*/ 60 w 78"/>
                <a:gd name="T77" fmla="*/ 18 h 96"/>
                <a:gd name="T78" fmla="*/ 40 w 78"/>
                <a:gd name="T79" fmla="*/ 10 h 96"/>
                <a:gd name="T80" fmla="*/ 28 w 78"/>
                <a:gd name="T81" fmla="*/ 13 h 96"/>
                <a:gd name="T82" fmla="*/ 20 w 78"/>
                <a:gd name="T83" fmla="*/ 19 h 96"/>
                <a:gd name="T84" fmla="*/ 14 w 78"/>
                <a:gd name="T85" fmla="*/ 29 h 96"/>
                <a:gd name="T86" fmla="*/ 12 w 78"/>
                <a:gd name="T87" fmla="*/ 40 h 96"/>
                <a:gd name="T88" fmla="*/ 66 w 78"/>
                <a:gd name="T89" fmla="*/ 40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8" h="96">
                  <a:moveTo>
                    <a:pt x="78" y="43"/>
                  </a:moveTo>
                  <a:cubicBezTo>
                    <a:pt x="78" y="46"/>
                    <a:pt x="78" y="47"/>
                    <a:pt x="76" y="48"/>
                  </a:cubicBezTo>
                  <a:cubicBezTo>
                    <a:pt x="75" y="49"/>
                    <a:pt x="74" y="50"/>
                    <a:pt x="73" y="50"/>
                  </a:cubicBezTo>
                  <a:cubicBezTo>
                    <a:pt x="12" y="50"/>
                    <a:pt x="12" y="50"/>
                    <a:pt x="12" y="50"/>
                  </a:cubicBezTo>
                  <a:cubicBezTo>
                    <a:pt x="12" y="55"/>
                    <a:pt x="13" y="60"/>
                    <a:pt x="14" y="64"/>
                  </a:cubicBezTo>
                  <a:cubicBezTo>
                    <a:pt x="15" y="69"/>
                    <a:pt x="17" y="73"/>
                    <a:pt x="19" y="76"/>
                  </a:cubicBezTo>
                  <a:cubicBezTo>
                    <a:pt x="22" y="79"/>
                    <a:pt x="25" y="81"/>
                    <a:pt x="29" y="83"/>
                  </a:cubicBezTo>
                  <a:cubicBezTo>
                    <a:pt x="33" y="85"/>
                    <a:pt x="38" y="86"/>
                    <a:pt x="44" y="86"/>
                  </a:cubicBezTo>
                  <a:cubicBezTo>
                    <a:pt x="48" y="86"/>
                    <a:pt x="51" y="85"/>
                    <a:pt x="55" y="85"/>
                  </a:cubicBezTo>
                  <a:cubicBezTo>
                    <a:pt x="58" y="84"/>
                    <a:pt x="61" y="83"/>
                    <a:pt x="63" y="82"/>
                  </a:cubicBezTo>
                  <a:cubicBezTo>
                    <a:pt x="66" y="81"/>
                    <a:pt x="67" y="81"/>
                    <a:pt x="69" y="80"/>
                  </a:cubicBezTo>
                  <a:cubicBezTo>
                    <a:pt x="71" y="79"/>
                    <a:pt x="72" y="79"/>
                    <a:pt x="72" y="79"/>
                  </a:cubicBezTo>
                  <a:cubicBezTo>
                    <a:pt x="73" y="79"/>
                    <a:pt x="73" y="79"/>
                    <a:pt x="73" y="79"/>
                  </a:cubicBezTo>
                  <a:cubicBezTo>
                    <a:pt x="74" y="79"/>
                    <a:pt x="74" y="80"/>
                    <a:pt x="74" y="80"/>
                  </a:cubicBezTo>
                  <a:cubicBezTo>
                    <a:pt x="74" y="80"/>
                    <a:pt x="74" y="81"/>
                    <a:pt x="75" y="82"/>
                  </a:cubicBezTo>
                  <a:cubicBezTo>
                    <a:pt x="75" y="82"/>
                    <a:pt x="75" y="83"/>
                    <a:pt x="75" y="84"/>
                  </a:cubicBezTo>
                  <a:cubicBezTo>
                    <a:pt x="75" y="84"/>
                    <a:pt x="75" y="85"/>
                    <a:pt x="75" y="85"/>
                  </a:cubicBezTo>
                  <a:cubicBezTo>
                    <a:pt x="75" y="86"/>
                    <a:pt x="74" y="86"/>
                    <a:pt x="74" y="86"/>
                  </a:cubicBezTo>
                  <a:cubicBezTo>
                    <a:pt x="74" y="87"/>
                    <a:pt x="74" y="87"/>
                    <a:pt x="74" y="88"/>
                  </a:cubicBezTo>
                  <a:cubicBezTo>
                    <a:pt x="74" y="88"/>
                    <a:pt x="73" y="88"/>
                    <a:pt x="73" y="88"/>
                  </a:cubicBezTo>
                  <a:cubicBezTo>
                    <a:pt x="73" y="89"/>
                    <a:pt x="72" y="89"/>
                    <a:pt x="70" y="90"/>
                  </a:cubicBezTo>
                  <a:cubicBezTo>
                    <a:pt x="68" y="91"/>
                    <a:pt x="66" y="92"/>
                    <a:pt x="63" y="93"/>
                  </a:cubicBezTo>
                  <a:cubicBezTo>
                    <a:pt x="61" y="93"/>
                    <a:pt x="58" y="94"/>
                    <a:pt x="54" y="95"/>
                  </a:cubicBezTo>
                  <a:cubicBezTo>
                    <a:pt x="50" y="95"/>
                    <a:pt x="46" y="96"/>
                    <a:pt x="42" y="96"/>
                  </a:cubicBezTo>
                  <a:cubicBezTo>
                    <a:pt x="35" y="96"/>
                    <a:pt x="29" y="95"/>
                    <a:pt x="24" y="93"/>
                  </a:cubicBezTo>
                  <a:cubicBezTo>
                    <a:pt x="19" y="91"/>
                    <a:pt x="14" y="88"/>
                    <a:pt x="11" y="84"/>
                  </a:cubicBezTo>
                  <a:cubicBezTo>
                    <a:pt x="7" y="80"/>
                    <a:pt x="4" y="75"/>
                    <a:pt x="3" y="69"/>
                  </a:cubicBezTo>
                  <a:cubicBezTo>
                    <a:pt x="1" y="63"/>
                    <a:pt x="0" y="56"/>
                    <a:pt x="0" y="48"/>
                  </a:cubicBezTo>
                  <a:cubicBezTo>
                    <a:pt x="0" y="41"/>
                    <a:pt x="1" y="34"/>
                    <a:pt x="3" y="28"/>
                  </a:cubicBezTo>
                  <a:cubicBezTo>
                    <a:pt x="5" y="22"/>
                    <a:pt x="7" y="17"/>
                    <a:pt x="11" y="13"/>
                  </a:cubicBezTo>
                  <a:cubicBezTo>
                    <a:pt x="14" y="9"/>
                    <a:pt x="19" y="6"/>
                    <a:pt x="24" y="3"/>
                  </a:cubicBezTo>
                  <a:cubicBezTo>
                    <a:pt x="29" y="1"/>
                    <a:pt x="35" y="0"/>
                    <a:pt x="41" y="0"/>
                  </a:cubicBezTo>
                  <a:cubicBezTo>
                    <a:pt x="47" y="0"/>
                    <a:pt x="53" y="1"/>
                    <a:pt x="58" y="4"/>
                  </a:cubicBezTo>
                  <a:cubicBezTo>
                    <a:pt x="62" y="6"/>
                    <a:pt x="66" y="9"/>
                    <a:pt x="69" y="12"/>
                  </a:cubicBezTo>
                  <a:cubicBezTo>
                    <a:pt x="72" y="16"/>
                    <a:pt x="75" y="21"/>
                    <a:pt x="76" y="26"/>
                  </a:cubicBezTo>
                  <a:cubicBezTo>
                    <a:pt x="77" y="30"/>
                    <a:pt x="78" y="36"/>
                    <a:pt x="78" y="41"/>
                  </a:cubicBezTo>
                  <a:lnTo>
                    <a:pt x="78" y="43"/>
                  </a:lnTo>
                  <a:close/>
                  <a:moveTo>
                    <a:pt x="66" y="40"/>
                  </a:moveTo>
                  <a:cubicBezTo>
                    <a:pt x="66" y="31"/>
                    <a:pt x="64" y="23"/>
                    <a:pt x="60" y="18"/>
                  </a:cubicBezTo>
                  <a:cubicBezTo>
                    <a:pt x="55" y="13"/>
                    <a:pt x="49" y="10"/>
                    <a:pt x="40" y="10"/>
                  </a:cubicBezTo>
                  <a:cubicBezTo>
                    <a:pt x="36" y="10"/>
                    <a:pt x="32" y="11"/>
                    <a:pt x="28" y="13"/>
                  </a:cubicBezTo>
                  <a:cubicBezTo>
                    <a:pt x="25" y="14"/>
                    <a:pt x="22" y="17"/>
                    <a:pt x="20" y="19"/>
                  </a:cubicBezTo>
                  <a:cubicBezTo>
                    <a:pt x="17" y="22"/>
                    <a:pt x="16" y="25"/>
                    <a:pt x="14" y="29"/>
                  </a:cubicBezTo>
                  <a:cubicBezTo>
                    <a:pt x="13" y="32"/>
                    <a:pt x="12" y="36"/>
                    <a:pt x="12" y="40"/>
                  </a:cubicBezTo>
                  <a:lnTo>
                    <a:pt x="66" y="40"/>
                  </a:ln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8" name="Freeform 15"/>
            <p:cNvSpPr>
              <a:spLocks/>
            </p:cNvSpPr>
            <p:nvPr/>
          </p:nvSpPr>
          <p:spPr bwMode="auto">
            <a:xfrm>
              <a:off x="6654072" y="5921385"/>
              <a:ext cx="49057" cy="96242"/>
            </a:xfrm>
            <a:custGeom>
              <a:avLst/>
              <a:gdLst>
                <a:gd name="T0" fmla="*/ 49 w 49"/>
                <a:gd name="T1" fmla="*/ 8 h 95"/>
                <a:gd name="T2" fmla="*/ 49 w 49"/>
                <a:gd name="T3" fmla="*/ 11 h 95"/>
                <a:gd name="T4" fmla="*/ 49 w 49"/>
                <a:gd name="T5" fmla="*/ 12 h 95"/>
                <a:gd name="T6" fmla="*/ 48 w 49"/>
                <a:gd name="T7" fmla="*/ 13 h 95"/>
                <a:gd name="T8" fmla="*/ 47 w 49"/>
                <a:gd name="T9" fmla="*/ 14 h 95"/>
                <a:gd name="T10" fmla="*/ 45 w 49"/>
                <a:gd name="T11" fmla="*/ 13 h 95"/>
                <a:gd name="T12" fmla="*/ 42 w 49"/>
                <a:gd name="T13" fmla="*/ 12 h 95"/>
                <a:gd name="T14" fmla="*/ 39 w 49"/>
                <a:gd name="T15" fmla="*/ 11 h 95"/>
                <a:gd name="T16" fmla="*/ 35 w 49"/>
                <a:gd name="T17" fmla="*/ 11 h 95"/>
                <a:gd name="T18" fmla="*/ 30 w 49"/>
                <a:gd name="T19" fmla="*/ 12 h 95"/>
                <a:gd name="T20" fmla="*/ 24 w 49"/>
                <a:gd name="T21" fmla="*/ 16 h 95"/>
                <a:gd name="T22" fmla="*/ 18 w 49"/>
                <a:gd name="T23" fmla="*/ 22 h 95"/>
                <a:gd name="T24" fmla="*/ 12 w 49"/>
                <a:gd name="T25" fmla="*/ 32 h 95"/>
                <a:gd name="T26" fmla="*/ 12 w 49"/>
                <a:gd name="T27" fmla="*/ 92 h 95"/>
                <a:gd name="T28" fmla="*/ 11 w 49"/>
                <a:gd name="T29" fmla="*/ 93 h 95"/>
                <a:gd name="T30" fmla="*/ 10 w 49"/>
                <a:gd name="T31" fmla="*/ 94 h 95"/>
                <a:gd name="T32" fmla="*/ 9 w 49"/>
                <a:gd name="T33" fmla="*/ 95 h 95"/>
                <a:gd name="T34" fmla="*/ 6 w 49"/>
                <a:gd name="T35" fmla="*/ 95 h 95"/>
                <a:gd name="T36" fmla="*/ 3 w 49"/>
                <a:gd name="T37" fmla="*/ 95 h 95"/>
                <a:gd name="T38" fmla="*/ 1 w 49"/>
                <a:gd name="T39" fmla="*/ 94 h 95"/>
                <a:gd name="T40" fmla="*/ 0 w 49"/>
                <a:gd name="T41" fmla="*/ 93 h 95"/>
                <a:gd name="T42" fmla="*/ 0 w 49"/>
                <a:gd name="T43" fmla="*/ 92 h 95"/>
                <a:gd name="T44" fmla="*/ 0 w 49"/>
                <a:gd name="T45" fmla="*/ 4 h 95"/>
                <a:gd name="T46" fmla="*/ 0 w 49"/>
                <a:gd name="T47" fmla="*/ 3 h 95"/>
                <a:gd name="T48" fmla="*/ 1 w 49"/>
                <a:gd name="T49" fmla="*/ 2 h 95"/>
                <a:gd name="T50" fmla="*/ 3 w 49"/>
                <a:gd name="T51" fmla="*/ 1 h 95"/>
                <a:gd name="T52" fmla="*/ 6 w 49"/>
                <a:gd name="T53" fmla="*/ 1 h 95"/>
                <a:gd name="T54" fmla="*/ 8 w 49"/>
                <a:gd name="T55" fmla="*/ 1 h 95"/>
                <a:gd name="T56" fmla="*/ 10 w 49"/>
                <a:gd name="T57" fmla="*/ 2 h 95"/>
                <a:gd name="T58" fmla="*/ 11 w 49"/>
                <a:gd name="T59" fmla="*/ 3 h 95"/>
                <a:gd name="T60" fmla="*/ 11 w 49"/>
                <a:gd name="T61" fmla="*/ 4 h 95"/>
                <a:gd name="T62" fmla="*/ 11 w 49"/>
                <a:gd name="T63" fmla="*/ 18 h 95"/>
                <a:gd name="T64" fmla="*/ 18 w 49"/>
                <a:gd name="T65" fmla="*/ 9 h 95"/>
                <a:gd name="T66" fmla="*/ 24 w 49"/>
                <a:gd name="T67" fmla="*/ 3 h 95"/>
                <a:gd name="T68" fmla="*/ 30 w 49"/>
                <a:gd name="T69" fmla="*/ 1 h 95"/>
                <a:gd name="T70" fmla="*/ 36 w 49"/>
                <a:gd name="T71" fmla="*/ 0 h 95"/>
                <a:gd name="T72" fmla="*/ 39 w 49"/>
                <a:gd name="T73" fmla="*/ 0 h 95"/>
                <a:gd name="T74" fmla="*/ 42 w 49"/>
                <a:gd name="T75" fmla="*/ 1 h 95"/>
                <a:gd name="T76" fmla="*/ 46 w 49"/>
                <a:gd name="T77" fmla="*/ 2 h 95"/>
                <a:gd name="T78" fmla="*/ 48 w 49"/>
                <a:gd name="T79" fmla="*/ 3 h 95"/>
                <a:gd name="T80" fmla="*/ 49 w 49"/>
                <a:gd name="T81" fmla="*/ 4 h 95"/>
                <a:gd name="T82" fmla="*/ 49 w 49"/>
                <a:gd name="T83" fmla="*/ 4 h 95"/>
                <a:gd name="T84" fmla="*/ 49 w 49"/>
                <a:gd name="T85" fmla="*/ 6 h 95"/>
                <a:gd name="T86" fmla="*/ 49 w 49"/>
                <a:gd name="T87"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9" h="95">
                  <a:moveTo>
                    <a:pt x="49" y="8"/>
                  </a:moveTo>
                  <a:cubicBezTo>
                    <a:pt x="49" y="9"/>
                    <a:pt x="49" y="10"/>
                    <a:pt x="49" y="11"/>
                  </a:cubicBezTo>
                  <a:cubicBezTo>
                    <a:pt x="49" y="11"/>
                    <a:pt x="49" y="12"/>
                    <a:pt x="49" y="12"/>
                  </a:cubicBezTo>
                  <a:cubicBezTo>
                    <a:pt x="49" y="13"/>
                    <a:pt x="48" y="13"/>
                    <a:pt x="48" y="13"/>
                  </a:cubicBezTo>
                  <a:cubicBezTo>
                    <a:pt x="48" y="14"/>
                    <a:pt x="48" y="14"/>
                    <a:pt x="47" y="14"/>
                  </a:cubicBezTo>
                  <a:cubicBezTo>
                    <a:pt x="47" y="14"/>
                    <a:pt x="46" y="14"/>
                    <a:pt x="45" y="13"/>
                  </a:cubicBezTo>
                  <a:cubicBezTo>
                    <a:pt x="44" y="13"/>
                    <a:pt x="43" y="13"/>
                    <a:pt x="42" y="12"/>
                  </a:cubicBezTo>
                  <a:cubicBezTo>
                    <a:pt x="41" y="12"/>
                    <a:pt x="40" y="12"/>
                    <a:pt x="39" y="11"/>
                  </a:cubicBezTo>
                  <a:cubicBezTo>
                    <a:pt x="38" y="11"/>
                    <a:pt x="36" y="11"/>
                    <a:pt x="35" y="11"/>
                  </a:cubicBezTo>
                  <a:cubicBezTo>
                    <a:pt x="33" y="11"/>
                    <a:pt x="31" y="11"/>
                    <a:pt x="30" y="12"/>
                  </a:cubicBezTo>
                  <a:cubicBezTo>
                    <a:pt x="28" y="13"/>
                    <a:pt x="26" y="14"/>
                    <a:pt x="24" y="16"/>
                  </a:cubicBezTo>
                  <a:cubicBezTo>
                    <a:pt x="22" y="17"/>
                    <a:pt x="20" y="20"/>
                    <a:pt x="18" y="22"/>
                  </a:cubicBezTo>
                  <a:cubicBezTo>
                    <a:pt x="16" y="25"/>
                    <a:pt x="14" y="28"/>
                    <a:pt x="12" y="32"/>
                  </a:cubicBezTo>
                  <a:cubicBezTo>
                    <a:pt x="12" y="92"/>
                    <a:pt x="12" y="92"/>
                    <a:pt x="12" y="92"/>
                  </a:cubicBezTo>
                  <a:cubicBezTo>
                    <a:pt x="12" y="93"/>
                    <a:pt x="12" y="93"/>
                    <a:pt x="11" y="93"/>
                  </a:cubicBezTo>
                  <a:cubicBezTo>
                    <a:pt x="11" y="94"/>
                    <a:pt x="11" y="94"/>
                    <a:pt x="10" y="94"/>
                  </a:cubicBezTo>
                  <a:cubicBezTo>
                    <a:pt x="10" y="94"/>
                    <a:pt x="9" y="94"/>
                    <a:pt x="9" y="95"/>
                  </a:cubicBezTo>
                  <a:cubicBezTo>
                    <a:pt x="8" y="95"/>
                    <a:pt x="7" y="95"/>
                    <a:pt x="6" y="95"/>
                  </a:cubicBezTo>
                  <a:cubicBezTo>
                    <a:pt x="5" y="95"/>
                    <a:pt x="4" y="95"/>
                    <a:pt x="3" y="95"/>
                  </a:cubicBezTo>
                  <a:cubicBezTo>
                    <a:pt x="2" y="94"/>
                    <a:pt x="2" y="94"/>
                    <a:pt x="1" y="94"/>
                  </a:cubicBezTo>
                  <a:cubicBezTo>
                    <a:pt x="1" y="94"/>
                    <a:pt x="0" y="94"/>
                    <a:pt x="0" y="93"/>
                  </a:cubicBezTo>
                  <a:cubicBezTo>
                    <a:pt x="0" y="93"/>
                    <a:pt x="0" y="93"/>
                    <a:pt x="0" y="92"/>
                  </a:cubicBezTo>
                  <a:cubicBezTo>
                    <a:pt x="0" y="4"/>
                    <a:pt x="0" y="4"/>
                    <a:pt x="0" y="4"/>
                  </a:cubicBezTo>
                  <a:cubicBezTo>
                    <a:pt x="0" y="3"/>
                    <a:pt x="0" y="3"/>
                    <a:pt x="0" y="3"/>
                  </a:cubicBezTo>
                  <a:cubicBezTo>
                    <a:pt x="0" y="2"/>
                    <a:pt x="1" y="2"/>
                    <a:pt x="1" y="2"/>
                  </a:cubicBezTo>
                  <a:cubicBezTo>
                    <a:pt x="2" y="2"/>
                    <a:pt x="2" y="2"/>
                    <a:pt x="3" y="1"/>
                  </a:cubicBezTo>
                  <a:cubicBezTo>
                    <a:pt x="4" y="1"/>
                    <a:pt x="4" y="1"/>
                    <a:pt x="6" y="1"/>
                  </a:cubicBezTo>
                  <a:cubicBezTo>
                    <a:pt x="7" y="1"/>
                    <a:pt x="8" y="1"/>
                    <a:pt x="8" y="1"/>
                  </a:cubicBezTo>
                  <a:cubicBezTo>
                    <a:pt x="9" y="2"/>
                    <a:pt x="10" y="2"/>
                    <a:pt x="10" y="2"/>
                  </a:cubicBezTo>
                  <a:cubicBezTo>
                    <a:pt x="10" y="2"/>
                    <a:pt x="11" y="2"/>
                    <a:pt x="11" y="3"/>
                  </a:cubicBezTo>
                  <a:cubicBezTo>
                    <a:pt x="11" y="3"/>
                    <a:pt x="11" y="3"/>
                    <a:pt x="11" y="4"/>
                  </a:cubicBezTo>
                  <a:cubicBezTo>
                    <a:pt x="11" y="18"/>
                    <a:pt x="11" y="18"/>
                    <a:pt x="11" y="18"/>
                  </a:cubicBezTo>
                  <a:cubicBezTo>
                    <a:pt x="14" y="14"/>
                    <a:pt x="16" y="11"/>
                    <a:pt x="18" y="9"/>
                  </a:cubicBezTo>
                  <a:cubicBezTo>
                    <a:pt x="20" y="7"/>
                    <a:pt x="22" y="5"/>
                    <a:pt x="24" y="3"/>
                  </a:cubicBezTo>
                  <a:cubicBezTo>
                    <a:pt x="26" y="2"/>
                    <a:pt x="28" y="1"/>
                    <a:pt x="30" y="1"/>
                  </a:cubicBezTo>
                  <a:cubicBezTo>
                    <a:pt x="32" y="0"/>
                    <a:pt x="34" y="0"/>
                    <a:pt x="36" y="0"/>
                  </a:cubicBezTo>
                  <a:cubicBezTo>
                    <a:pt x="37" y="0"/>
                    <a:pt x="38" y="0"/>
                    <a:pt x="39" y="0"/>
                  </a:cubicBezTo>
                  <a:cubicBezTo>
                    <a:pt x="40" y="0"/>
                    <a:pt x="41" y="1"/>
                    <a:pt x="42" y="1"/>
                  </a:cubicBezTo>
                  <a:cubicBezTo>
                    <a:pt x="44" y="1"/>
                    <a:pt x="45" y="1"/>
                    <a:pt x="46" y="2"/>
                  </a:cubicBezTo>
                  <a:cubicBezTo>
                    <a:pt x="47" y="2"/>
                    <a:pt x="47" y="3"/>
                    <a:pt x="48" y="3"/>
                  </a:cubicBezTo>
                  <a:cubicBezTo>
                    <a:pt x="48" y="3"/>
                    <a:pt x="48" y="3"/>
                    <a:pt x="49" y="4"/>
                  </a:cubicBezTo>
                  <a:cubicBezTo>
                    <a:pt x="49" y="4"/>
                    <a:pt x="49" y="4"/>
                    <a:pt x="49" y="4"/>
                  </a:cubicBezTo>
                  <a:cubicBezTo>
                    <a:pt x="49" y="5"/>
                    <a:pt x="49" y="5"/>
                    <a:pt x="49" y="6"/>
                  </a:cubicBezTo>
                  <a:cubicBezTo>
                    <a:pt x="49" y="7"/>
                    <a:pt x="49" y="7"/>
                    <a:pt x="49" y="8"/>
                  </a:cubicBez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39" name="Freeform 16"/>
            <p:cNvSpPr>
              <a:spLocks/>
            </p:cNvSpPr>
            <p:nvPr/>
          </p:nvSpPr>
          <p:spPr bwMode="auto">
            <a:xfrm>
              <a:off x="6701546" y="5921385"/>
              <a:ext cx="61717" cy="96242"/>
            </a:xfrm>
            <a:custGeom>
              <a:avLst/>
              <a:gdLst>
                <a:gd name="T0" fmla="*/ 60 w 60"/>
                <a:gd name="T1" fmla="*/ 69 h 96"/>
                <a:gd name="T2" fmla="*/ 58 w 60"/>
                <a:gd name="T3" fmla="*/ 80 h 96"/>
                <a:gd name="T4" fmla="*/ 51 w 60"/>
                <a:gd name="T5" fmla="*/ 89 h 96"/>
                <a:gd name="T6" fmla="*/ 41 w 60"/>
                <a:gd name="T7" fmla="*/ 94 h 96"/>
                <a:gd name="T8" fmla="*/ 27 w 60"/>
                <a:gd name="T9" fmla="*/ 96 h 96"/>
                <a:gd name="T10" fmla="*/ 19 w 60"/>
                <a:gd name="T11" fmla="*/ 95 h 96"/>
                <a:gd name="T12" fmla="*/ 11 w 60"/>
                <a:gd name="T13" fmla="*/ 93 h 96"/>
                <a:gd name="T14" fmla="*/ 6 w 60"/>
                <a:gd name="T15" fmla="*/ 91 h 96"/>
                <a:gd name="T16" fmla="*/ 2 w 60"/>
                <a:gd name="T17" fmla="*/ 89 h 96"/>
                <a:gd name="T18" fmla="*/ 1 w 60"/>
                <a:gd name="T19" fmla="*/ 86 h 96"/>
                <a:gd name="T20" fmla="*/ 0 w 60"/>
                <a:gd name="T21" fmla="*/ 82 h 96"/>
                <a:gd name="T22" fmla="*/ 0 w 60"/>
                <a:gd name="T23" fmla="*/ 80 h 96"/>
                <a:gd name="T24" fmla="*/ 1 w 60"/>
                <a:gd name="T25" fmla="*/ 78 h 96"/>
                <a:gd name="T26" fmla="*/ 2 w 60"/>
                <a:gd name="T27" fmla="*/ 77 h 96"/>
                <a:gd name="T28" fmla="*/ 3 w 60"/>
                <a:gd name="T29" fmla="*/ 77 h 96"/>
                <a:gd name="T30" fmla="*/ 6 w 60"/>
                <a:gd name="T31" fmla="*/ 78 h 96"/>
                <a:gd name="T32" fmla="*/ 11 w 60"/>
                <a:gd name="T33" fmla="*/ 81 h 96"/>
                <a:gd name="T34" fmla="*/ 18 w 60"/>
                <a:gd name="T35" fmla="*/ 84 h 96"/>
                <a:gd name="T36" fmla="*/ 28 w 60"/>
                <a:gd name="T37" fmla="*/ 86 h 96"/>
                <a:gd name="T38" fmla="*/ 36 w 60"/>
                <a:gd name="T39" fmla="*/ 85 h 96"/>
                <a:gd name="T40" fmla="*/ 43 w 60"/>
                <a:gd name="T41" fmla="*/ 82 h 96"/>
                <a:gd name="T42" fmla="*/ 47 w 60"/>
                <a:gd name="T43" fmla="*/ 77 h 96"/>
                <a:gd name="T44" fmla="*/ 49 w 60"/>
                <a:gd name="T45" fmla="*/ 70 h 96"/>
                <a:gd name="T46" fmla="*/ 47 w 60"/>
                <a:gd name="T47" fmla="*/ 63 h 96"/>
                <a:gd name="T48" fmla="*/ 42 w 60"/>
                <a:gd name="T49" fmla="*/ 58 h 96"/>
                <a:gd name="T50" fmla="*/ 34 w 60"/>
                <a:gd name="T51" fmla="*/ 54 h 96"/>
                <a:gd name="T52" fmla="*/ 26 w 60"/>
                <a:gd name="T53" fmla="*/ 51 h 96"/>
                <a:gd name="T54" fmla="*/ 18 w 60"/>
                <a:gd name="T55" fmla="*/ 47 h 96"/>
                <a:gd name="T56" fmla="*/ 10 w 60"/>
                <a:gd name="T57" fmla="*/ 42 h 96"/>
                <a:gd name="T58" fmla="*/ 5 w 60"/>
                <a:gd name="T59" fmla="*/ 35 h 96"/>
                <a:gd name="T60" fmla="*/ 3 w 60"/>
                <a:gd name="T61" fmla="*/ 25 h 96"/>
                <a:gd name="T62" fmla="*/ 5 w 60"/>
                <a:gd name="T63" fmla="*/ 16 h 96"/>
                <a:gd name="T64" fmla="*/ 10 w 60"/>
                <a:gd name="T65" fmla="*/ 8 h 96"/>
                <a:gd name="T66" fmla="*/ 20 w 60"/>
                <a:gd name="T67" fmla="*/ 2 h 96"/>
                <a:gd name="T68" fmla="*/ 33 w 60"/>
                <a:gd name="T69" fmla="*/ 0 h 96"/>
                <a:gd name="T70" fmla="*/ 40 w 60"/>
                <a:gd name="T71" fmla="*/ 1 h 96"/>
                <a:gd name="T72" fmla="*/ 46 w 60"/>
                <a:gd name="T73" fmla="*/ 2 h 96"/>
                <a:gd name="T74" fmla="*/ 51 w 60"/>
                <a:gd name="T75" fmla="*/ 4 h 96"/>
                <a:gd name="T76" fmla="*/ 54 w 60"/>
                <a:gd name="T77" fmla="*/ 6 h 96"/>
                <a:gd name="T78" fmla="*/ 55 w 60"/>
                <a:gd name="T79" fmla="*/ 7 h 96"/>
                <a:gd name="T80" fmla="*/ 56 w 60"/>
                <a:gd name="T81" fmla="*/ 8 h 96"/>
                <a:gd name="T82" fmla="*/ 56 w 60"/>
                <a:gd name="T83" fmla="*/ 10 h 96"/>
                <a:gd name="T84" fmla="*/ 56 w 60"/>
                <a:gd name="T85" fmla="*/ 12 h 96"/>
                <a:gd name="T86" fmla="*/ 56 w 60"/>
                <a:gd name="T87" fmla="*/ 14 h 96"/>
                <a:gd name="T88" fmla="*/ 55 w 60"/>
                <a:gd name="T89" fmla="*/ 15 h 96"/>
                <a:gd name="T90" fmla="*/ 55 w 60"/>
                <a:gd name="T91" fmla="*/ 16 h 96"/>
                <a:gd name="T92" fmla="*/ 54 w 60"/>
                <a:gd name="T93" fmla="*/ 17 h 96"/>
                <a:gd name="T94" fmla="*/ 51 w 60"/>
                <a:gd name="T95" fmla="*/ 16 h 96"/>
                <a:gd name="T96" fmla="*/ 47 w 60"/>
                <a:gd name="T97" fmla="*/ 13 h 96"/>
                <a:gd name="T98" fmla="*/ 41 w 60"/>
                <a:gd name="T99" fmla="*/ 11 h 96"/>
                <a:gd name="T100" fmla="*/ 33 w 60"/>
                <a:gd name="T101" fmla="*/ 10 h 96"/>
                <a:gd name="T102" fmla="*/ 25 w 60"/>
                <a:gd name="T103" fmla="*/ 11 h 96"/>
                <a:gd name="T104" fmla="*/ 19 w 60"/>
                <a:gd name="T105" fmla="*/ 14 h 96"/>
                <a:gd name="T106" fmla="*/ 16 w 60"/>
                <a:gd name="T107" fmla="*/ 19 h 96"/>
                <a:gd name="T108" fmla="*/ 15 w 60"/>
                <a:gd name="T109" fmla="*/ 24 h 96"/>
                <a:gd name="T110" fmla="*/ 16 w 60"/>
                <a:gd name="T111" fmla="*/ 32 h 96"/>
                <a:gd name="T112" fmla="*/ 22 w 60"/>
                <a:gd name="T113" fmla="*/ 37 h 96"/>
                <a:gd name="T114" fmla="*/ 29 w 60"/>
                <a:gd name="T115" fmla="*/ 41 h 96"/>
                <a:gd name="T116" fmla="*/ 37 w 60"/>
                <a:gd name="T117" fmla="*/ 44 h 96"/>
                <a:gd name="T118" fmla="*/ 46 w 60"/>
                <a:gd name="T119" fmla="*/ 48 h 96"/>
                <a:gd name="T120" fmla="*/ 53 w 60"/>
                <a:gd name="T121" fmla="*/ 52 h 96"/>
                <a:gd name="T122" fmla="*/ 58 w 60"/>
                <a:gd name="T123" fmla="*/ 59 h 96"/>
                <a:gd name="T124" fmla="*/ 60 w 60"/>
                <a:gd name="T125" fmla="*/ 6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60" h="96">
                  <a:moveTo>
                    <a:pt x="60" y="69"/>
                  </a:moveTo>
                  <a:cubicBezTo>
                    <a:pt x="60" y="73"/>
                    <a:pt x="59" y="77"/>
                    <a:pt x="58" y="80"/>
                  </a:cubicBezTo>
                  <a:cubicBezTo>
                    <a:pt x="56" y="83"/>
                    <a:pt x="54" y="86"/>
                    <a:pt x="51" y="89"/>
                  </a:cubicBezTo>
                  <a:cubicBezTo>
                    <a:pt x="48" y="91"/>
                    <a:pt x="45" y="93"/>
                    <a:pt x="41" y="94"/>
                  </a:cubicBezTo>
                  <a:cubicBezTo>
                    <a:pt x="37" y="95"/>
                    <a:pt x="32" y="96"/>
                    <a:pt x="27" y="96"/>
                  </a:cubicBezTo>
                  <a:cubicBezTo>
                    <a:pt x="24" y="96"/>
                    <a:pt x="21" y="96"/>
                    <a:pt x="19" y="95"/>
                  </a:cubicBezTo>
                  <a:cubicBezTo>
                    <a:pt x="16" y="95"/>
                    <a:pt x="13" y="94"/>
                    <a:pt x="11" y="93"/>
                  </a:cubicBezTo>
                  <a:cubicBezTo>
                    <a:pt x="9" y="92"/>
                    <a:pt x="7" y="92"/>
                    <a:pt x="6" y="91"/>
                  </a:cubicBezTo>
                  <a:cubicBezTo>
                    <a:pt x="4" y="90"/>
                    <a:pt x="3" y="89"/>
                    <a:pt x="2" y="89"/>
                  </a:cubicBezTo>
                  <a:cubicBezTo>
                    <a:pt x="1" y="88"/>
                    <a:pt x="1" y="87"/>
                    <a:pt x="1" y="86"/>
                  </a:cubicBezTo>
                  <a:cubicBezTo>
                    <a:pt x="0" y="85"/>
                    <a:pt x="0" y="84"/>
                    <a:pt x="0" y="82"/>
                  </a:cubicBezTo>
                  <a:cubicBezTo>
                    <a:pt x="0" y="81"/>
                    <a:pt x="0" y="81"/>
                    <a:pt x="0" y="80"/>
                  </a:cubicBezTo>
                  <a:cubicBezTo>
                    <a:pt x="0" y="79"/>
                    <a:pt x="1" y="79"/>
                    <a:pt x="1" y="78"/>
                  </a:cubicBezTo>
                  <a:cubicBezTo>
                    <a:pt x="1" y="78"/>
                    <a:pt x="1" y="78"/>
                    <a:pt x="2" y="77"/>
                  </a:cubicBezTo>
                  <a:cubicBezTo>
                    <a:pt x="2" y="77"/>
                    <a:pt x="2" y="77"/>
                    <a:pt x="3" y="77"/>
                  </a:cubicBezTo>
                  <a:cubicBezTo>
                    <a:pt x="3" y="77"/>
                    <a:pt x="4" y="77"/>
                    <a:pt x="6" y="78"/>
                  </a:cubicBezTo>
                  <a:cubicBezTo>
                    <a:pt x="7" y="79"/>
                    <a:pt x="9" y="80"/>
                    <a:pt x="11" y="81"/>
                  </a:cubicBezTo>
                  <a:cubicBezTo>
                    <a:pt x="13" y="82"/>
                    <a:pt x="15" y="83"/>
                    <a:pt x="18" y="84"/>
                  </a:cubicBezTo>
                  <a:cubicBezTo>
                    <a:pt x="21" y="85"/>
                    <a:pt x="24" y="86"/>
                    <a:pt x="28" y="86"/>
                  </a:cubicBezTo>
                  <a:cubicBezTo>
                    <a:pt x="31" y="86"/>
                    <a:pt x="34" y="85"/>
                    <a:pt x="36" y="85"/>
                  </a:cubicBezTo>
                  <a:cubicBezTo>
                    <a:pt x="39" y="84"/>
                    <a:pt x="41" y="83"/>
                    <a:pt x="43" y="82"/>
                  </a:cubicBezTo>
                  <a:cubicBezTo>
                    <a:pt x="45" y="80"/>
                    <a:pt x="46" y="79"/>
                    <a:pt x="47" y="77"/>
                  </a:cubicBezTo>
                  <a:cubicBezTo>
                    <a:pt x="48" y="75"/>
                    <a:pt x="49" y="72"/>
                    <a:pt x="49" y="70"/>
                  </a:cubicBezTo>
                  <a:cubicBezTo>
                    <a:pt x="49" y="67"/>
                    <a:pt x="48" y="65"/>
                    <a:pt x="47" y="63"/>
                  </a:cubicBezTo>
                  <a:cubicBezTo>
                    <a:pt x="45" y="61"/>
                    <a:pt x="44" y="59"/>
                    <a:pt x="42" y="58"/>
                  </a:cubicBezTo>
                  <a:cubicBezTo>
                    <a:pt x="39" y="56"/>
                    <a:pt x="37" y="55"/>
                    <a:pt x="34" y="54"/>
                  </a:cubicBezTo>
                  <a:cubicBezTo>
                    <a:pt x="32" y="53"/>
                    <a:pt x="29" y="52"/>
                    <a:pt x="26" y="51"/>
                  </a:cubicBezTo>
                  <a:cubicBezTo>
                    <a:pt x="23" y="50"/>
                    <a:pt x="20" y="48"/>
                    <a:pt x="18" y="47"/>
                  </a:cubicBezTo>
                  <a:cubicBezTo>
                    <a:pt x="15" y="46"/>
                    <a:pt x="12" y="44"/>
                    <a:pt x="10" y="42"/>
                  </a:cubicBezTo>
                  <a:cubicBezTo>
                    <a:pt x="8" y="40"/>
                    <a:pt x="7" y="38"/>
                    <a:pt x="5" y="35"/>
                  </a:cubicBezTo>
                  <a:cubicBezTo>
                    <a:pt x="4" y="32"/>
                    <a:pt x="3" y="29"/>
                    <a:pt x="3" y="25"/>
                  </a:cubicBezTo>
                  <a:cubicBezTo>
                    <a:pt x="3" y="22"/>
                    <a:pt x="4" y="19"/>
                    <a:pt x="5" y="16"/>
                  </a:cubicBezTo>
                  <a:cubicBezTo>
                    <a:pt x="6" y="13"/>
                    <a:pt x="8" y="10"/>
                    <a:pt x="10" y="8"/>
                  </a:cubicBezTo>
                  <a:cubicBezTo>
                    <a:pt x="13" y="6"/>
                    <a:pt x="16" y="4"/>
                    <a:pt x="20" y="2"/>
                  </a:cubicBezTo>
                  <a:cubicBezTo>
                    <a:pt x="24" y="1"/>
                    <a:pt x="28" y="0"/>
                    <a:pt x="33" y="0"/>
                  </a:cubicBezTo>
                  <a:cubicBezTo>
                    <a:pt x="36" y="0"/>
                    <a:pt x="38" y="0"/>
                    <a:pt x="40" y="1"/>
                  </a:cubicBezTo>
                  <a:cubicBezTo>
                    <a:pt x="42" y="1"/>
                    <a:pt x="44" y="2"/>
                    <a:pt x="46" y="2"/>
                  </a:cubicBezTo>
                  <a:cubicBezTo>
                    <a:pt x="48" y="3"/>
                    <a:pt x="49" y="3"/>
                    <a:pt x="51" y="4"/>
                  </a:cubicBezTo>
                  <a:cubicBezTo>
                    <a:pt x="52" y="5"/>
                    <a:pt x="53" y="5"/>
                    <a:pt x="54" y="6"/>
                  </a:cubicBezTo>
                  <a:cubicBezTo>
                    <a:pt x="54" y="6"/>
                    <a:pt x="55" y="7"/>
                    <a:pt x="55" y="7"/>
                  </a:cubicBezTo>
                  <a:cubicBezTo>
                    <a:pt x="55" y="8"/>
                    <a:pt x="55" y="8"/>
                    <a:pt x="56" y="8"/>
                  </a:cubicBezTo>
                  <a:cubicBezTo>
                    <a:pt x="56" y="9"/>
                    <a:pt x="56" y="9"/>
                    <a:pt x="56" y="10"/>
                  </a:cubicBezTo>
                  <a:cubicBezTo>
                    <a:pt x="56" y="10"/>
                    <a:pt x="56" y="11"/>
                    <a:pt x="56" y="12"/>
                  </a:cubicBezTo>
                  <a:cubicBezTo>
                    <a:pt x="56" y="13"/>
                    <a:pt x="56" y="13"/>
                    <a:pt x="56" y="14"/>
                  </a:cubicBezTo>
                  <a:cubicBezTo>
                    <a:pt x="56" y="14"/>
                    <a:pt x="55" y="15"/>
                    <a:pt x="55" y="15"/>
                  </a:cubicBezTo>
                  <a:cubicBezTo>
                    <a:pt x="55" y="16"/>
                    <a:pt x="55" y="16"/>
                    <a:pt x="55" y="16"/>
                  </a:cubicBezTo>
                  <a:cubicBezTo>
                    <a:pt x="54" y="17"/>
                    <a:pt x="54" y="17"/>
                    <a:pt x="54" y="17"/>
                  </a:cubicBezTo>
                  <a:cubicBezTo>
                    <a:pt x="53" y="17"/>
                    <a:pt x="52" y="16"/>
                    <a:pt x="51" y="16"/>
                  </a:cubicBezTo>
                  <a:cubicBezTo>
                    <a:pt x="50" y="15"/>
                    <a:pt x="49" y="14"/>
                    <a:pt x="47" y="13"/>
                  </a:cubicBezTo>
                  <a:cubicBezTo>
                    <a:pt x="45" y="13"/>
                    <a:pt x="43" y="12"/>
                    <a:pt x="41" y="11"/>
                  </a:cubicBezTo>
                  <a:cubicBezTo>
                    <a:pt x="39" y="10"/>
                    <a:pt x="36" y="10"/>
                    <a:pt x="33" y="10"/>
                  </a:cubicBezTo>
                  <a:cubicBezTo>
                    <a:pt x="30" y="10"/>
                    <a:pt x="27" y="10"/>
                    <a:pt x="25" y="11"/>
                  </a:cubicBezTo>
                  <a:cubicBezTo>
                    <a:pt x="22" y="12"/>
                    <a:pt x="21" y="13"/>
                    <a:pt x="19" y="14"/>
                  </a:cubicBezTo>
                  <a:cubicBezTo>
                    <a:pt x="18" y="15"/>
                    <a:pt x="16" y="17"/>
                    <a:pt x="16" y="19"/>
                  </a:cubicBezTo>
                  <a:cubicBezTo>
                    <a:pt x="15" y="20"/>
                    <a:pt x="15" y="22"/>
                    <a:pt x="15" y="24"/>
                  </a:cubicBezTo>
                  <a:cubicBezTo>
                    <a:pt x="15" y="27"/>
                    <a:pt x="15" y="30"/>
                    <a:pt x="16" y="32"/>
                  </a:cubicBezTo>
                  <a:cubicBezTo>
                    <a:pt x="18" y="34"/>
                    <a:pt x="20" y="35"/>
                    <a:pt x="22" y="37"/>
                  </a:cubicBezTo>
                  <a:cubicBezTo>
                    <a:pt x="24" y="38"/>
                    <a:pt x="26" y="39"/>
                    <a:pt x="29" y="41"/>
                  </a:cubicBezTo>
                  <a:cubicBezTo>
                    <a:pt x="32" y="42"/>
                    <a:pt x="35" y="43"/>
                    <a:pt x="37" y="44"/>
                  </a:cubicBezTo>
                  <a:cubicBezTo>
                    <a:pt x="40" y="45"/>
                    <a:pt x="43" y="46"/>
                    <a:pt x="46" y="48"/>
                  </a:cubicBezTo>
                  <a:cubicBezTo>
                    <a:pt x="49" y="49"/>
                    <a:pt x="51" y="50"/>
                    <a:pt x="53" y="52"/>
                  </a:cubicBezTo>
                  <a:cubicBezTo>
                    <a:pt x="55" y="54"/>
                    <a:pt x="57" y="57"/>
                    <a:pt x="58" y="59"/>
                  </a:cubicBezTo>
                  <a:cubicBezTo>
                    <a:pt x="60" y="62"/>
                    <a:pt x="60" y="65"/>
                    <a:pt x="60" y="69"/>
                  </a:cubicBezTo>
                  <a:close/>
                </a:path>
              </a:pathLst>
            </a:custGeom>
            <a:solidFill>
              <a:schemeClr val="tx1">
                <a:alpha val="50000"/>
              </a:schemeClr>
            </a:solidFill>
            <a:ln>
              <a:noFill/>
            </a:ln>
          </p:spPr>
          <p:txBody>
            <a:bodyPr vert="horz" wrap="square" lIns="91440" tIns="45720" rIns="91440" bIns="45720" numCol="1" anchor="t" anchorCtr="0" compatLnSpc="1">
              <a:prstTxWarp prst="textNoShape">
                <a:avLst/>
              </a:prstTxWarp>
            </a:bodyPr>
            <a:lstStyle/>
            <a:p>
              <a:endParaRPr lang="ko-KR" altLang="en-US"/>
            </a:p>
          </p:txBody>
        </p:sp>
        <p:sp>
          <p:nvSpPr>
            <p:cNvPr id="40" name="Freeform 17"/>
            <p:cNvSpPr>
              <a:spLocks/>
            </p:cNvSpPr>
            <p:nvPr/>
          </p:nvSpPr>
          <p:spPr bwMode="auto">
            <a:xfrm>
              <a:off x="5432410" y="5711825"/>
              <a:ext cx="136092" cy="153678"/>
            </a:xfrm>
            <a:custGeom>
              <a:avLst/>
              <a:gdLst>
                <a:gd name="T0" fmla="*/ 86 w 86"/>
                <a:gd name="T1" fmla="*/ 99 h 99"/>
                <a:gd name="T2" fmla="*/ 86 w 86"/>
                <a:gd name="T3" fmla="*/ 0 h 99"/>
                <a:gd name="T4" fmla="*/ 0 w 86"/>
                <a:gd name="T5" fmla="*/ 50 h 99"/>
                <a:gd name="T6" fmla="*/ 86 w 86"/>
                <a:gd name="T7" fmla="*/ 99 h 99"/>
              </a:gdLst>
              <a:ahLst/>
              <a:cxnLst>
                <a:cxn ang="0">
                  <a:pos x="T0" y="T1"/>
                </a:cxn>
                <a:cxn ang="0">
                  <a:pos x="T2" y="T3"/>
                </a:cxn>
                <a:cxn ang="0">
                  <a:pos x="T4" y="T5"/>
                </a:cxn>
                <a:cxn ang="0">
                  <a:pos x="T6" y="T7"/>
                </a:cxn>
              </a:cxnLst>
              <a:rect l="0" t="0" r="r" b="b"/>
              <a:pathLst>
                <a:path w="86" h="99">
                  <a:moveTo>
                    <a:pt x="86" y="99"/>
                  </a:moveTo>
                  <a:lnTo>
                    <a:pt x="86" y="0"/>
                  </a:lnTo>
                  <a:lnTo>
                    <a:pt x="0" y="50"/>
                  </a:lnTo>
                  <a:lnTo>
                    <a:pt x="86" y="99"/>
                  </a:lnTo>
                  <a:close/>
                </a:path>
              </a:pathLst>
            </a:custGeom>
            <a:solidFill>
              <a:srgbClr val="55B33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41" name="Freeform 18"/>
            <p:cNvSpPr>
              <a:spLocks/>
            </p:cNvSpPr>
            <p:nvPr/>
          </p:nvSpPr>
          <p:spPr bwMode="auto">
            <a:xfrm>
              <a:off x="5432410" y="5711825"/>
              <a:ext cx="136092" cy="153678"/>
            </a:xfrm>
            <a:custGeom>
              <a:avLst/>
              <a:gdLst>
                <a:gd name="T0" fmla="*/ 86 w 86"/>
                <a:gd name="T1" fmla="*/ 99 h 99"/>
                <a:gd name="T2" fmla="*/ 86 w 86"/>
                <a:gd name="T3" fmla="*/ 0 h 99"/>
                <a:gd name="T4" fmla="*/ 0 w 86"/>
                <a:gd name="T5" fmla="*/ 50 h 99"/>
              </a:gdLst>
              <a:ahLst/>
              <a:cxnLst>
                <a:cxn ang="0">
                  <a:pos x="T0" y="T1"/>
                </a:cxn>
                <a:cxn ang="0">
                  <a:pos x="T2" y="T3"/>
                </a:cxn>
                <a:cxn ang="0">
                  <a:pos x="T4" y="T5"/>
                </a:cxn>
              </a:cxnLst>
              <a:rect l="0" t="0" r="r" b="b"/>
              <a:pathLst>
                <a:path w="86" h="99">
                  <a:moveTo>
                    <a:pt x="86" y="99"/>
                  </a:moveTo>
                  <a:lnTo>
                    <a:pt x="86" y="0"/>
                  </a:lnTo>
                  <a:lnTo>
                    <a:pt x="0" y="5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42" name="Freeform 19"/>
            <p:cNvSpPr>
              <a:spLocks/>
            </p:cNvSpPr>
            <p:nvPr/>
          </p:nvSpPr>
          <p:spPr bwMode="auto">
            <a:xfrm>
              <a:off x="5427663" y="5804963"/>
              <a:ext cx="136092" cy="152125"/>
            </a:xfrm>
            <a:custGeom>
              <a:avLst/>
              <a:gdLst>
                <a:gd name="T0" fmla="*/ 0 w 86"/>
                <a:gd name="T1" fmla="*/ 0 h 98"/>
                <a:gd name="T2" fmla="*/ 0 w 86"/>
                <a:gd name="T3" fmla="*/ 98 h 98"/>
                <a:gd name="T4" fmla="*/ 86 w 86"/>
                <a:gd name="T5" fmla="*/ 48 h 98"/>
                <a:gd name="T6" fmla="*/ 86 w 86"/>
                <a:gd name="T7" fmla="*/ 48 h 98"/>
                <a:gd name="T8" fmla="*/ 0 w 86"/>
                <a:gd name="T9" fmla="*/ 0 h 98"/>
              </a:gdLst>
              <a:ahLst/>
              <a:cxnLst>
                <a:cxn ang="0">
                  <a:pos x="T0" y="T1"/>
                </a:cxn>
                <a:cxn ang="0">
                  <a:pos x="T2" y="T3"/>
                </a:cxn>
                <a:cxn ang="0">
                  <a:pos x="T4" y="T5"/>
                </a:cxn>
                <a:cxn ang="0">
                  <a:pos x="T6" y="T7"/>
                </a:cxn>
                <a:cxn ang="0">
                  <a:pos x="T8" y="T9"/>
                </a:cxn>
              </a:cxnLst>
              <a:rect l="0" t="0" r="r" b="b"/>
              <a:pathLst>
                <a:path w="86" h="98">
                  <a:moveTo>
                    <a:pt x="0" y="0"/>
                  </a:moveTo>
                  <a:lnTo>
                    <a:pt x="0" y="98"/>
                  </a:lnTo>
                  <a:lnTo>
                    <a:pt x="86" y="48"/>
                  </a:lnTo>
                  <a:lnTo>
                    <a:pt x="86" y="48"/>
                  </a:lnTo>
                  <a:lnTo>
                    <a:pt x="0" y="0"/>
                  </a:lnTo>
                  <a:close/>
                </a:path>
              </a:pathLst>
            </a:custGeom>
            <a:solidFill>
              <a:srgbClr val="F398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43" name="Freeform 20"/>
            <p:cNvSpPr>
              <a:spLocks/>
            </p:cNvSpPr>
            <p:nvPr/>
          </p:nvSpPr>
          <p:spPr bwMode="auto">
            <a:xfrm>
              <a:off x="5432410" y="5894996"/>
              <a:ext cx="136092" cy="153678"/>
            </a:xfrm>
            <a:custGeom>
              <a:avLst/>
              <a:gdLst>
                <a:gd name="T0" fmla="*/ 86 w 86"/>
                <a:gd name="T1" fmla="*/ 99 h 99"/>
                <a:gd name="T2" fmla="*/ 86 w 86"/>
                <a:gd name="T3" fmla="*/ 0 h 99"/>
                <a:gd name="T4" fmla="*/ 0 w 86"/>
                <a:gd name="T5" fmla="*/ 50 h 99"/>
                <a:gd name="T6" fmla="*/ 86 w 86"/>
                <a:gd name="T7" fmla="*/ 99 h 99"/>
              </a:gdLst>
              <a:ahLst/>
              <a:cxnLst>
                <a:cxn ang="0">
                  <a:pos x="T0" y="T1"/>
                </a:cxn>
                <a:cxn ang="0">
                  <a:pos x="T2" y="T3"/>
                </a:cxn>
                <a:cxn ang="0">
                  <a:pos x="T4" y="T5"/>
                </a:cxn>
                <a:cxn ang="0">
                  <a:pos x="T6" y="T7"/>
                </a:cxn>
              </a:cxnLst>
              <a:rect l="0" t="0" r="r" b="b"/>
              <a:pathLst>
                <a:path w="86" h="99">
                  <a:moveTo>
                    <a:pt x="86" y="99"/>
                  </a:moveTo>
                  <a:lnTo>
                    <a:pt x="86" y="0"/>
                  </a:lnTo>
                  <a:lnTo>
                    <a:pt x="0" y="50"/>
                  </a:lnTo>
                  <a:lnTo>
                    <a:pt x="86" y="99"/>
                  </a:lnTo>
                  <a:close/>
                </a:path>
              </a:pathLst>
            </a:custGeom>
            <a:solidFill>
              <a:srgbClr val="E8382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sp>
          <p:nvSpPr>
            <p:cNvPr id="44" name="Freeform 21"/>
            <p:cNvSpPr>
              <a:spLocks/>
            </p:cNvSpPr>
            <p:nvPr/>
          </p:nvSpPr>
          <p:spPr bwMode="auto">
            <a:xfrm>
              <a:off x="5582745" y="5711825"/>
              <a:ext cx="136092" cy="153678"/>
            </a:xfrm>
            <a:custGeom>
              <a:avLst/>
              <a:gdLst>
                <a:gd name="T0" fmla="*/ 86 w 86"/>
                <a:gd name="T1" fmla="*/ 50 h 99"/>
                <a:gd name="T2" fmla="*/ 0 w 86"/>
                <a:gd name="T3" fmla="*/ 0 h 99"/>
                <a:gd name="T4" fmla="*/ 0 w 86"/>
                <a:gd name="T5" fmla="*/ 99 h 99"/>
                <a:gd name="T6" fmla="*/ 86 w 86"/>
                <a:gd name="T7" fmla="*/ 50 h 99"/>
              </a:gdLst>
              <a:ahLst/>
              <a:cxnLst>
                <a:cxn ang="0">
                  <a:pos x="T0" y="T1"/>
                </a:cxn>
                <a:cxn ang="0">
                  <a:pos x="T2" y="T3"/>
                </a:cxn>
                <a:cxn ang="0">
                  <a:pos x="T4" y="T5"/>
                </a:cxn>
                <a:cxn ang="0">
                  <a:pos x="T6" y="T7"/>
                </a:cxn>
              </a:cxnLst>
              <a:rect l="0" t="0" r="r" b="b"/>
              <a:pathLst>
                <a:path w="86" h="99">
                  <a:moveTo>
                    <a:pt x="86" y="50"/>
                  </a:moveTo>
                  <a:lnTo>
                    <a:pt x="0" y="0"/>
                  </a:lnTo>
                  <a:lnTo>
                    <a:pt x="0" y="99"/>
                  </a:lnTo>
                  <a:lnTo>
                    <a:pt x="86" y="50"/>
                  </a:lnTo>
                  <a:close/>
                </a:path>
              </a:pathLst>
            </a:custGeom>
            <a:solidFill>
              <a:srgbClr val="00A0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8471470" y="405458"/>
            <a:ext cx="3456384" cy="1569660"/>
          </a:xfrm>
          <a:prstGeom prst="rect">
            <a:avLst/>
          </a:prstGeom>
          <a:noFill/>
        </p:spPr>
        <p:txBody>
          <a:bodyPr wrap="square" rtlCol="0">
            <a:spAutoFit/>
          </a:bodyPr>
          <a:lstStyle/>
          <a:p>
            <a:pPr algn="ctr"/>
            <a:r>
              <a:rPr lang="tr-TR" altLang="ko-KR" sz="3200" b="1" dirty="0">
                <a:solidFill>
                  <a:schemeClr val="bg1"/>
                </a:solidFill>
                <a:latin typeface="+mj-lt"/>
                <a:ea typeface="맑은 고딕" panose="020B0503020000020004" pitchFamily="50" charset="-127"/>
              </a:rPr>
              <a:t>BİNİCİLİK FEDARASYONU HAKKINDA</a:t>
            </a:r>
            <a:endParaRPr lang="ko-KR" altLang="en-US" sz="3200" b="1" dirty="0">
              <a:solidFill>
                <a:schemeClr val="bg1"/>
              </a:solidFill>
              <a:latin typeface="+mj-lt"/>
              <a:ea typeface="맑은 고딕" panose="020B0503020000020004" pitchFamily="50" charset="-127"/>
            </a:endParaRPr>
          </a:p>
        </p:txBody>
      </p:sp>
      <p:sp>
        <p:nvSpPr>
          <p:cNvPr id="13" name="Text Box 5"/>
          <p:cNvSpPr txBox="1">
            <a:spLocks noChangeArrowheads="1"/>
          </p:cNvSpPr>
          <p:nvPr/>
        </p:nvSpPr>
        <p:spPr bwMode="auto">
          <a:xfrm>
            <a:off x="406574" y="405458"/>
            <a:ext cx="6048672" cy="4701543"/>
          </a:xfrm>
          <a:prstGeom prst="rect">
            <a:avLst/>
          </a:prstGeom>
          <a:noFill/>
          <a:ln w="9525">
            <a:noFill/>
            <a:miter lim="800000"/>
            <a:headEnd/>
            <a:tailEnd/>
          </a:ln>
        </p:spPr>
        <p:txBody>
          <a:bodyPr wrap="square">
            <a:spAutoFit/>
          </a:bodyPr>
          <a:lstStyle/>
          <a:p>
            <a:pPr marL="285750" indent="-285750" fontAlgn="base">
              <a:buFont typeface="Arial" panose="020B0604020202020204" pitchFamily="34" charset="0"/>
              <a:buChar char="•"/>
            </a:pPr>
            <a:r>
              <a:rPr lang="tr-TR" sz="1600" b="0" i="0" dirty="0">
                <a:solidFill>
                  <a:srgbClr val="494949"/>
                </a:solidFill>
                <a:effectLst/>
                <a:latin typeface="Roboto Condensed" panose="020B0604020202020204" pitchFamily="2" charset="0"/>
              </a:rPr>
              <a:t>Binicilik sporu ülkemizde; Engel Atlama, At Terbiyesi, Atlı Dayanıklılık, </a:t>
            </a:r>
            <a:r>
              <a:rPr lang="tr-TR" sz="1600" b="0" i="0" dirty="0" err="1">
                <a:solidFill>
                  <a:srgbClr val="494949"/>
                </a:solidFill>
                <a:effectLst/>
                <a:latin typeface="Roboto Condensed" panose="020B0604020202020204" pitchFamily="2" charset="0"/>
              </a:rPr>
              <a:t>Pony</a:t>
            </a:r>
            <a:r>
              <a:rPr lang="tr-TR" sz="1600" b="0" i="0" dirty="0">
                <a:solidFill>
                  <a:srgbClr val="494949"/>
                </a:solidFill>
                <a:effectLst/>
                <a:latin typeface="Roboto Condensed" panose="020B0604020202020204" pitchFamily="2" charset="0"/>
              </a:rPr>
              <a:t> ve Üç Günlük yarışma olmak üzere 5 ana disiplin çerçevesinde </a:t>
            </a:r>
            <a:r>
              <a:rPr lang="tr-TR" sz="1600" dirty="0">
                <a:solidFill>
                  <a:srgbClr val="494949"/>
                </a:solidFill>
                <a:latin typeface="Roboto Condensed" panose="020B0604020202020204" pitchFamily="2" charset="0"/>
              </a:rPr>
              <a:t>yapılmaktadır. </a:t>
            </a:r>
          </a:p>
          <a:p>
            <a:pPr marL="285750" indent="-285750" algn="l" fontAlgn="base">
              <a:buFont typeface="Arial" panose="020B0604020202020204" pitchFamily="34" charset="0"/>
              <a:buChar char="•"/>
            </a:pPr>
            <a:r>
              <a:rPr lang="tr-TR" sz="1600" b="0" i="0" dirty="0">
                <a:solidFill>
                  <a:srgbClr val="494949"/>
                </a:solidFill>
                <a:effectLst/>
                <a:latin typeface="Roboto Condensed" panose="020B0604020202020204" pitchFamily="2" charset="0"/>
              </a:rPr>
              <a:t>Sporcular bu disiplinlerde; Yıldızlar, Gençler, Genç Yetişkinler, Bayanlar ve Ustalar kategorilerinde yarışmaktadırlar.</a:t>
            </a:r>
          </a:p>
          <a:p>
            <a:pPr marL="285750" indent="-285750" algn="l" fontAlgn="base">
              <a:buFont typeface="Arial" panose="020B0604020202020204" pitchFamily="34" charset="0"/>
              <a:buChar char="•"/>
            </a:pPr>
            <a:r>
              <a:rPr lang="tr-TR" sz="1600" b="0" i="0" dirty="0">
                <a:solidFill>
                  <a:srgbClr val="494949"/>
                </a:solidFill>
                <a:effectLst/>
                <a:latin typeface="Roboto Condensed" panose="020B0604020202020204" pitchFamily="2" charset="0"/>
              </a:rPr>
              <a:t>TBF Gençlik ve Spor Bakanlığı Spor Genel Müdürlüğü bünyesinde kendi ana statüsü ve Uluslararası Federasyonlar Birliği (FEI) kuralları çerçevesinde faaliyetlerini sürdürmektedir.</a:t>
            </a:r>
          </a:p>
          <a:p>
            <a:pPr marL="285750" indent="-285750" algn="l" fontAlgn="base">
              <a:buFont typeface="Arial" panose="020B0604020202020204" pitchFamily="34" charset="0"/>
              <a:buChar char="•"/>
            </a:pPr>
            <a:r>
              <a:rPr lang="tr-TR" sz="1600" b="0" i="0" dirty="0">
                <a:solidFill>
                  <a:srgbClr val="494949"/>
                </a:solidFill>
                <a:effectLst/>
                <a:latin typeface="Roboto Condensed" panose="020B0604020202020204" pitchFamily="2" charset="0"/>
              </a:rPr>
              <a:t>TBF Binicilik kulüplerinin faaliyetlerine yardımcı olmaktan;  Binici, Antrenör, Hakem, Veteriner,  Nalbant gibi sporumuzun asli unsurlarının eğitilmesini sağlamaktan ve tüm paydaşların birbirleri ile olan ilişkilerinin sağlıklı bir şekilde yürütülmesinden sorumludur.</a:t>
            </a:r>
          </a:p>
          <a:p>
            <a:pPr marL="285750" indent="-285750" algn="l" fontAlgn="base">
              <a:buFont typeface="Arial" panose="020B0604020202020204" pitchFamily="34" charset="0"/>
              <a:buChar char="•"/>
            </a:pPr>
            <a:r>
              <a:rPr lang="tr-TR" sz="1600" b="0" i="0" dirty="0" err="1">
                <a:solidFill>
                  <a:srgbClr val="494949"/>
                </a:solidFill>
                <a:effectLst/>
                <a:latin typeface="Roboto Condensed" panose="020B0604020202020204" pitchFamily="2" charset="0"/>
              </a:rPr>
              <a:t>TBF’nin</a:t>
            </a:r>
            <a:r>
              <a:rPr lang="tr-TR" sz="1600" b="0" i="0" dirty="0">
                <a:solidFill>
                  <a:srgbClr val="494949"/>
                </a:solidFill>
                <a:effectLst/>
                <a:latin typeface="Roboto Condensed" panose="020B0604020202020204" pitchFamily="2" charset="0"/>
              </a:rPr>
              <a:t> görevi; yarışmaların sportmence ve kurallar çerçevesinde düzenlenmesi ve denetlenmesini sağlamak yanında  binicilik sporunu ülke çapında sevdirmek,  gençler arasında yaygınlaşmasını sağlamak ve ata mirasımız at sevgisini çoğaltarak kültürel zenginliğimizin bir parçası olarak muhafaza edilmesini temin etmektir.</a:t>
            </a:r>
          </a:p>
          <a:p>
            <a:pPr marL="285750" indent="-285750">
              <a:lnSpc>
                <a:spcPct val="200000"/>
              </a:lnSpc>
              <a:buFont typeface="Arial" panose="020B0604020202020204" pitchFamily="34" charset="0"/>
              <a:buChar char="•"/>
              <a:defRPr/>
            </a:pPr>
            <a:endParaRPr lang="en-US" altLang="ko-KR" sz="1600" b="1" dirty="0">
              <a:solidFill>
                <a:srgbClr val="1C6961"/>
              </a:solidFill>
              <a:latin typeface="+mj-lt"/>
            </a:endParaRPr>
          </a:p>
        </p:txBody>
      </p:sp>
      <p:sp>
        <p:nvSpPr>
          <p:cNvPr id="5" name="Metin kutusu 4">
            <a:extLst>
              <a:ext uri="{FF2B5EF4-FFF2-40B4-BE49-F238E27FC236}">
                <a16:creationId xmlns:a16="http://schemas.microsoft.com/office/drawing/2014/main" id="{6C5231DC-DD79-4C4E-9D4B-AFFD10F0FB30}"/>
              </a:ext>
            </a:extLst>
          </p:cNvPr>
          <p:cNvSpPr txBox="1"/>
          <p:nvPr/>
        </p:nvSpPr>
        <p:spPr>
          <a:xfrm>
            <a:off x="6357765" y="405458"/>
            <a:ext cx="5832648" cy="1446550"/>
          </a:xfrm>
          <a:prstGeom prst="rect">
            <a:avLst/>
          </a:prstGeom>
          <a:noFill/>
        </p:spPr>
        <p:txBody>
          <a:bodyPr wrap="square">
            <a:spAutoFit/>
          </a:bodyPr>
          <a:lstStyle/>
          <a:p>
            <a:r>
              <a:rPr lang="tr-TR" sz="4400" dirty="0">
                <a:solidFill>
                  <a:schemeClr val="accent2">
                    <a:lumMod val="50000"/>
                  </a:schemeClr>
                </a:solidFill>
              </a:rPr>
              <a:t>BİNİCİLİK</a:t>
            </a:r>
            <a:r>
              <a:rPr lang="tr-TR" sz="4400" dirty="0">
                <a:solidFill>
                  <a:schemeClr val="accent6">
                    <a:lumMod val="75000"/>
                  </a:schemeClr>
                </a:solidFill>
              </a:rPr>
              <a:t> </a:t>
            </a:r>
            <a:r>
              <a:rPr lang="tr-TR" sz="4400" dirty="0">
                <a:solidFill>
                  <a:schemeClr val="accent2">
                    <a:lumMod val="50000"/>
                  </a:schemeClr>
                </a:solidFill>
              </a:rPr>
              <a:t>FEDARASYONU HAKKINDA</a:t>
            </a:r>
          </a:p>
        </p:txBody>
      </p:sp>
      <p:sp>
        <p:nvSpPr>
          <p:cNvPr id="3" name="Sol Ayraç 2">
            <a:extLst>
              <a:ext uri="{FF2B5EF4-FFF2-40B4-BE49-F238E27FC236}">
                <a16:creationId xmlns:a16="http://schemas.microsoft.com/office/drawing/2014/main" id="{CDAE723D-4DA1-4972-BEB9-602AFA02A170}"/>
              </a:ext>
            </a:extLst>
          </p:cNvPr>
          <p:cNvSpPr/>
          <p:nvPr/>
        </p:nvSpPr>
        <p:spPr>
          <a:xfrm>
            <a:off x="262558" y="405458"/>
            <a:ext cx="432048" cy="4248472"/>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tr-TR"/>
          </a:p>
        </p:txBody>
      </p:sp>
      <p:pic>
        <p:nvPicPr>
          <p:cNvPr id="1026" name="Picture 2" descr="Türkiye Binicilik Federasyonu-Index">
            <a:extLst>
              <a:ext uri="{FF2B5EF4-FFF2-40B4-BE49-F238E27FC236}">
                <a16:creationId xmlns:a16="http://schemas.microsoft.com/office/drawing/2014/main" id="{EEFAA703-396D-4C68-A434-487561ABF6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20975" y="2592288"/>
            <a:ext cx="4506227" cy="38618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CC449F0C-3ED5-49C2-B1D8-3480C194BE24}"/>
              </a:ext>
            </a:extLst>
          </p:cNvPr>
          <p:cNvSpPr txBox="1"/>
          <p:nvPr/>
        </p:nvSpPr>
        <p:spPr>
          <a:xfrm>
            <a:off x="5159102" y="558245"/>
            <a:ext cx="1872208" cy="400110"/>
          </a:xfrm>
          <a:prstGeom prst="rect">
            <a:avLst/>
          </a:prstGeom>
          <a:noFill/>
        </p:spPr>
        <p:txBody>
          <a:bodyPr wrap="square">
            <a:spAutoFit/>
          </a:bodyPr>
          <a:lstStyle/>
          <a:p>
            <a:r>
              <a:rPr lang="tr-TR" b="1" dirty="0"/>
              <a:t>ENGEL ATLAMA</a:t>
            </a:r>
          </a:p>
        </p:txBody>
      </p:sp>
      <p:sp>
        <p:nvSpPr>
          <p:cNvPr id="5" name="Metin kutusu 4">
            <a:extLst>
              <a:ext uri="{FF2B5EF4-FFF2-40B4-BE49-F238E27FC236}">
                <a16:creationId xmlns:a16="http://schemas.microsoft.com/office/drawing/2014/main" id="{418037E4-8DB0-4AC9-910B-614BD0A39B3B}"/>
              </a:ext>
            </a:extLst>
          </p:cNvPr>
          <p:cNvSpPr txBox="1"/>
          <p:nvPr/>
        </p:nvSpPr>
        <p:spPr>
          <a:xfrm>
            <a:off x="406574" y="981522"/>
            <a:ext cx="11377264" cy="2554545"/>
          </a:xfrm>
          <a:prstGeom prst="rect">
            <a:avLst/>
          </a:prstGeom>
          <a:noFill/>
        </p:spPr>
        <p:txBody>
          <a:bodyPr wrap="square">
            <a:spAutoFit/>
          </a:bodyPr>
          <a:lstStyle/>
          <a:p>
            <a:pPr marL="342900" indent="-342900" algn="l">
              <a:buFont typeface="Arial" panose="020B0604020202020204" pitchFamily="34" charset="0"/>
              <a:buChar char="•"/>
            </a:pPr>
            <a:r>
              <a:rPr lang="tr-TR" b="0" i="0" dirty="0">
                <a:effectLst/>
                <a:latin typeface="Montserrat" panose="020B0604020202020204" pitchFamily="2" charset="-94"/>
              </a:rPr>
              <a:t>Atla binicisinin uyum yakalayabilmesi için binicisi beden diliyle ona bu uyumu hissettirmelidir. Tabiri caizse atla binicisi bir olup sadece engelin ortasına odaklanır. Binicisi ata esnek ve yumuşak bir tavır takınır, ona yardım eder.</a:t>
            </a:r>
          </a:p>
          <a:p>
            <a:pPr marL="342900" indent="-342900" algn="l">
              <a:buFont typeface="Arial" panose="020B0604020202020204" pitchFamily="34" charset="0"/>
              <a:buChar char="•"/>
            </a:pPr>
            <a:r>
              <a:rPr lang="tr-TR" b="0" i="0" dirty="0">
                <a:effectLst/>
                <a:latin typeface="Montserrat" panose="020B0604020202020204" pitchFamily="2" charset="-94"/>
              </a:rPr>
              <a:t>Engelden atlama gerçekleştikten sonra yere doğru iniş esnasında, atın ön ayakları yere değer değmez binici kendini bir miktar geriye doğru alır. Atın arka ayakları yere bastığında binici buna uygun olarak pozisyonunu düzeltir. Binici, altındaki atın bir canlı olduğunu asla aklından çıkarmamalıdır. Kapasitesine uygun davranmalı veya atın kapasitesini geliştirmelidir.</a:t>
            </a:r>
          </a:p>
        </p:txBody>
      </p:sp>
      <p:sp>
        <p:nvSpPr>
          <p:cNvPr id="7" name="Metin kutusu 6">
            <a:extLst>
              <a:ext uri="{FF2B5EF4-FFF2-40B4-BE49-F238E27FC236}">
                <a16:creationId xmlns:a16="http://schemas.microsoft.com/office/drawing/2014/main" id="{5E846B58-CF10-4C14-8C71-C24FDD41CCD7}"/>
              </a:ext>
            </a:extLst>
          </p:cNvPr>
          <p:cNvSpPr txBox="1"/>
          <p:nvPr/>
        </p:nvSpPr>
        <p:spPr>
          <a:xfrm>
            <a:off x="406574" y="3593192"/>
            <a:ext cx="11377264" cy="1323439"/>
          </a:xfrm>
          <a:prstGeom prst="rect">
            <a:avLst/>
          </a:prstGeom>
          <a:noFill/>
        </p:spPr>
        <p:txBody>
          <a:bodyPr wrap="square">
            <a:spAutoFit/>
          </a:bodyPr>
          <a:lstStyle/>
          <a:p>
            <a:pPr marL="342900" indent="-342900">
              <a:buFont typeface="Arial" panose="020B0604020202020204" pitchFamily="34" charset="0"/>
              <a:buChar char="•"/>
            </a:pPr>
            <a:r>
              <a:rPr lang="tr-TR" b="0" i="0" dirty="0">
                <a:effectLst/>
                <a:latin typeface="Montserrat" panose="00000500000000000000" pitchFamily="2" charset="-94"/>
              </a:rPr>
              <a:t>Engele yaklaştıktan sonra atlama yani kalkış anında, at ön ayaklarıyla kendini öne doğru iter. Tam bu anda binici bacaklarıyla </a:t>
            </a:r>
            <a:r>
              <a:rPr lang="tr-TR" b="0" i="0" dirty="0" err="1">
                <a:effectLst/>
                <a:latin typeface="Montserrat" panose="00000500000000000000" pitchFamily="2" charset="-94"/>
              </a:rPr>
              <a:t>bacaklarıyla</a:t>
            </a:r>
            <a:r>
              <a:rPr lang="tr-TR" b="0" i="0" dirty="0">
                <a:effectLst/>
                <a:latin typeface="Montserrat" panose="00000500000000000000" pitchFamily="2" charset="-94"/>
              </a:rPr>
              <a:t> atın derisini kavrar ve baldırlarıyla atı sıkar. Daha sonra hafifçe eğilerek eyerden ayağını kaldırır. Tüm bunları atıyla uyumlu şekilde yapması atlayışın rahatlığı ve serbestliği açısından önemlidir.</a:t>
            </a:r>
            <a:endParaRPr lang="tr-TR" dirty="0"/>
          </a:p>
        </p:txBody>
      </p:sp>
    </p:spTree>
    <p:extLst>
      <p:ext uri="{BB962C8B-B14F-4D97-AF65-F5344CB8AC3E}">
        <p14:creationId xmlns:p14="http://schemas.microsoft.com/office/powerpoint/2010/main" val="31230475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816B85EB-1028-4B41-9FAB-C09AA7DF4425}"/>
              </a:ext>
            </a:extLst>
          </p:cNvPr>
          <p:cNvSpPr txBox="1"/>
          <p:nvPr/>
        </p:nvSpPr>
        <p:spPr>
          <a:xfrm>
            <a:off x="1198662" y="909514"/>
            <a:ext cx="9505056" cy="3600400"/>
          </a:xfrm>
          <a:prstGeom prst="rect">
            <a:avLst/>
          </a:prstGeom>
          <a:noFill/>
        </p:spPr>
        <p:txBody>
          <a:bodyPr wrap="square">
            <a:spAutoFit/>
          </a:bodyPr>
          <a:lstStyle/>
          <a:p>
            <a:pPr marL="342900" indent="-342900">
              <a:buFont typeface="Arial" panose="020B0604020202020204" pitchFamily="34" charset="0"/>
              <a:buChar char="•"/>
            </a:pPr>
            <a:r>
              <a:rPr lang="tr-TR" dirty="0"/>
              <a:t>2.2.1 Türkiye Şampiyonaları aşağıda belirtilen esaslara göre yapılır. 2.2.2 Türkiye Şampiyonası Yarışmaları iki ayrı formatta düzenlenir. a) 2 ayrı günde 2 ayak üzerinden koşulan format b) 3 ayrı günde 3 ayak üzerinden koşulan format Yarışmaların formatı her yıl Federasyon tarafından belirlenir ve yarışma programında ilan edilir. 2.2.3 Yarışma tasnifi ayaklarda alınan ceza puanları toplamlarına göre yapılır. Eşitlik halinde birinciyi belirlemek için kronometreli bir baraj yapılır. Diğer dereceler için sıralama ceza puanları toplamı ve son günün zamanlarına göre sıralanırlar. 2.2.4 Bir binici her ayağa ve şampiyona finaline en fazla iki atla katılabilir. 2.2.5 Bir binici bir yıl içerisinde sadece bir Türkiye Şampiyonası Yarışmasına katılabilir. (Genç Atlar Türkiye Şampiyonası hariç.) 2.2.6 Türkiye Şampiyonası ayaklarına katılacak atlar aynı gün içerisindeki teşvik yarışmalarına katılmazlar.</a:t>
            </a:r>
          </a:p>
        </p:txBody>
      </p:sp>
      <p:sp>
        <p:nvSpPr>
          <p:cNvPr id="5" name="Metin kutusu 4">
            <a:extLst>
              <a:ext uri="{FF2B5EF4-FFF2-40B4-BE49-F238E27FC236}">
                <a16:creationId xmlns:a16="http://schemas.microsoft.com/office/drawing/2014/main" id="{49026ED8-F090-428A-8CF9-3BC36D24C532}"/>
              </a:ext>
            </a:extLst>
          </p:cNvPr>
          <p:cNvSpPr txBox="1"/>
          <p:nvPr/>
        </p:nvSpPr>
        <p:spPr>
          <a:xfrm>
            <a:off x="1198662" y="4318858"/>
            <a:ext cx="9505056" cy="1015663"/>
          </a:xfrm>
          <a:prstGeom prst="rect">
            <a:avLst/>
          </a:prstGeom>
          <a:noFill/>
        </p:spPr>
        <p:txBody>
          <a:bodyPr wrap="square">
            <a:spAutoFit/>
          </a:bodyPr>
          <a:lstStyle/>
          <a:p>
            <a:pPr marL="342900" indent="-342900">
              <a:buFont typeface="Arial" panose="020B0604020202020204" pitchFamily="34" charset="0"/>
              <a:buChar char="•"/>
            </a:pPr>
            <a:r>
              <a:rPr lang="tr-TR" dirty="0"/>
              <a:t>2.2.7 FEI (Uluslararası Binicilik Federasyonu) engel atlama kuralları gereği yıldız ,gençler ve genç yetişkin kategorisinde Türkiye Şampiyonasına katılacak atlara veteriner kontrolünden itibaren binicileri dışında başkası binemez.</a:t>
            </a:r>
          </a:p>
        </p:txBody>
      </p:sp>
      <p:sp>
        <p:nvSpPr>
          <p:cNvPr id="7" name="Metin kutusu 6">
            <a:extLst>
              <a:ext uri="{FF2B5EF4-FFF2-40B4-BE49-F238E27FC236}">
                <a16:creationId xmlns:a16="http://schemas.microsoft.com/office/drawing/2014/main" id="{2ED29433-42C0-4365-9966-1A40D577DEF3}"/>
              </a:ext>
            </a:extLst>
          </p:cNvPr>
          <p:cNvSpPr txBox="1"/>
          <p:nvPr/>
        </p:nvSpPr>
        <p:spPr>
          <a:xfrm>
            <a:off x="1198662" y="509404"/>
            <a:ext cx="6096000" cy="400110"/>
          </a:xfrm>
          <a:prstGeom prst="rect">
            <a:avLst/>
          </a:prstGeom>
          <a:noFill/>
        </p:spPr>
        <p:txBody>
          <a:bodyPr wrap="square">
            <a:spAutoFit/>
          </a:bodyPr>
          <a:lstStyle/>
          <a:p>
            <a:r>
              <a:rPr lang="tr-TR" dirty="0">
                <a:solidFill>
                  <a:schemeClr val="accent6">
                    <a:lumMod val="75000"/>
                  </a:schemeClr>
                </a:solidFill>
              </a:rPr>
              <a:t>YARIŞMA KURALLARI</a:t>
            </a:r>
          </a:p>
        </p:txBody>
      </p:sp>
    </p:spTree>
    <p:extLst>
      <p:ext uri="{BB962C8B-B14F-4D97-AF65-F5344CB8AC3E}">
        <p14:creationId xmlns:p14="http://schemas.microsoft.com/office/powerpoint/2010/main" val="105333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4E50F1AC-C91F-4DAF-B451-37D8114190B2}"/>
              </a:ext>
            </a:extLst>
          </p:cNvPr>
          <p:cNvSpPr txBox="1"/>
          <p:nvPr/>
        </p:nvSpPr>
        <p:spPr>
          <a:xfrm>
            <a:off x="1558702" y="1183025"/>
            <a:ext cx="9937104" cy="1015663"/>
          </a:xfrm>
          <a:prstGeom prst="rect">
            <a:avLst/>
          </a:prstGeom>
          <a:noFill/>
        </p:spPr>
        <p:txBody>
          <a:bodyPr wrap="square">
            <a:spAutoFit/>
          </a:bodyPr>
          <a:lstStyle/>
          <a:p>
            <a:pPr marL="342900" indent="-342900">
              <a:buFont typeface="Arial" panose="020B0604020202020204" pitchFamily="34" charset="0"/>
              <a:buChar char="•"/>
            </a:pPr>
            <a:r>
              <a:rPr lang="tr-TR" dirty="0"/>
              <a:t>2.3.1 Türkiye Şampiyonası Düzenlenecek Binici Kategorileri : a-) Yıldız Biniciler b-) Genç Biniciler c-) Genç Yetişkin Biniciler (katılan binici sayısı az ise 25 Yaş Altı Biniciler olarak düzenlenebilir.) d-) Yetişkin Pro Biniciler </a:t>
            </a:r>
          </a:p>
        </p:txBody>
      </p:sp>
      <p:sp>
        <p:nvSpPr>
          <p:cNvPr id="5" name="Metin kutusu 4">
            <a:extLst>
              <a:ext uri="{FF2B5EF4-FFF2-40B4-BE49-F238E27FC236}">
                <a16:creationId xmlns:a16="http://schemas.microsoft.com/office/drawing/2014/main" id="{27FDDCD1-8469-4E7A-9A86-E0349A48C595}"/>
              </a:ext>
            </a:extLst>
          </p:cNvPr>
          <p:cNvSpPr txBox="1"/>
          <p:nvPr/>
        </p:nvSpPr>
        <p:spPr>
          <a:xfrm>
            <a:off x="1558702" y="782915"/>
            <a:ext cx="6096000" cy="400110"/>
          </a:xfrm>
          <a:prstGeom prst="rect">
            <a:avLst/>
          </a:prstGeom>
          <a:noFill/>
        </p:spPr>
        <p:txBody>
          <a:bodyPr wrap="square">
            <a:spAutoFit/>
          </a:bodyPr>
          <a:lstStyle/>
          <a:p>
            <a:r>
              <a:rPr lang="tr-TR" dirty="0">
                <a:solidFill>
                  <a:schemeClr val="accent6">
                    <a:lumMod val="75000"/>
                  </a:schemeClr>
                </a:solidFill>
              </a:rPr>
              <a:t>Şampiyona Kategorileri</a:t>
            </a:r>
          </a:p>
        </p:txBody>
      </p:sp>
      <p:sp>
        <p:nvSpPr>
          <p:cNvPr id="7" name="Metin kutusu 6">
            <a:extLst>
              <a:ext uri="{FF2B5EF4-FFF2-40B4-BE49-F238E27FC236}">
                <a16:creationId xmlns:a16="http://schemas.microsoft.com/office/drawing/2014/main" id="{33B974AD-827A-46CB-8DED-71FA3DABD073}"/>
              </a:ext>
            </a:extLst>
          </p:cNvPr>
          <p:cNvSpPr txBox="1"/>
          <p:nvPr/>
        </p:nvSpPr>
        <p:spPr>
          <a:xfrm>
            <a:off x="1558702" y="2493690"/>
            <a:ext cx="6552728" cy="707886"/>
          </a:xfrm>
          <a:prstGeom prst="rect">
            <a:avLst/>
          </a:prstGeom>
          <a:noFill/>
        </p:spPr>
        <p:txBody>
          <a:bodyPr wrap="square">
            <a:spAutoFit/>
          </a:bodyPr>
          <a:lstStyle/>
          <a:p>
            <a:pPr marL="342900" indent="-342900">
              <a:buFont typeface="Arial" panose="020B0604020202020204" pitchFamily="34" charset="0"/>
              <a:buChar char="•"/>
            </a:pPr>
            <a:r>
              <a:rPr lang="tr-TR" dirty="0"/>
              <a:t>2.3.2 Türkiye Şampiyonası Düzenlenecek At kategorileri a-) 5 Yaşlı Atlar b-) 6 Yaşlı Atlar c-) 7 Yaşlı Atlar</a:t>
            </a:r>
          </a:p>
        </p:txBody>
      </p:sp>
    </p:spTree>
    <p:extLst>
      <p:ext uri="{BB962C8B-B14F-4D97-AF65-F5344CB8AC3E}">
        <p14:creationId xmlns:p14="http://schemas.microsoft.com/office/powerpoint/2010/main" val="2208166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3412E9FE-1462-482A-93E4-3D6EC32A29BE}"/>
              </a:ext>
            </a:extLst>
          </p:cNvPr>
          <p:cNvPicPr>
            <a:picLocks noChangeAspect="1"/>
          </p:cNvPicPr>
          <p:nvPr/>
        </p:nvPicPr>
        <p:blipFill>
          <a:blip r:embed="rId2"/>
          <a:stretch>
            <a:fillRect/>
          </a:stretch>
        </p:blipFill>
        <p:spPr>
          <a:xfrm>
            <a:off x="1414686" y="837506"/>
            <a:ext cx="10157300" cy="4392488"/>
          </a:xfrm>
          <a:prstGeom prst="rect">
            <a:avLst/>
          </a:prstGeom>
        </p:spPr>
      </p:pic>
    </p:spTree>
    <p:extLst>
      <p:ext uri="{BB962C8B-B14F-4D97-AF65-F5344CB8AC3E}">
        <p14:creationId xmlns:p14="http://schemas.microsoft.com/office/powerpoint/2010/main" val="41621682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D3192922-308D-4B45-90CA-44E8C32B2026}"/>
              </a:ext>
            </a:extLst>
          </p:cNvPr>
          <p:cNvPicPr>
            <a:picLocks noChangeAspect="1"/>
          </p:cNvPicPr>
          <p:nvPr/>
        </p:nvPicPr>
        <p:blipFill>
          <a:blip r:embed="rId2"/>
          <a:stretch>
            <a:fillRect/>
          </a:stretch>
        </p:blipFill>
        <p:spPr>
          <a:xfrm>
            <a:off x="2314786" y="789500"/>
            <a:ext cx="7560840" cy="5280587"/>
          </a:xfrm>
          <a:prstGeom prst="rect">
            <a:avLst/>
          </a:prstGeom>
        </p:spPr>
      </p:pic>
    </p:spTree>
    <p:extLst>
      <p:ext uri="{BB962C8B-B14F-4D97-AF65-F5344CB8AC3E}">
        <p14:creationId xmlns:p14="http://schemas.microsoft.com/office/powerpoint/2010/main" val="10359382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E3888D8C-3E03-4B72-A547-A93D51DF0C76}"/>
              </a:ext>
            </a:extLst>
          </p:cNvPr>
          <p:cNvSpPr txBox="1"/>
          <p:nvPr/>
        </p:nvSpPr>
        <p:spPr>
          <a:xfrm>
            <a:off x="1342678" y="477466"/>
            <a:ext cx="6096000" cy="400110"/>
          </a:xfrm>
          <a:prstGeom prst="rect">
            <a:avLst/>
          </a:prstGeom>
          <a:noFill/>
        </p:spPr>
        <p:txBody>
          <a:bodyPr wrap="square">
            <a:spAutoFit/>
          </a:bodyPr>
          <a:lstStyle/>
          <a:p>
            <a:r>
              <a:rPr lang="tr-TR" dirty="0">
                <a:solidFill>
                  <a:schemeClr val="accent6">
                    <a:lumMod val="75000"/>
                  </a:schemeClr>
                </a:solidFill>
              </a:rPr>
              <a:t>Uygulanacak Baremler </a:t>
            </a:r>
          </a:p>
        </p:txBody>
      </p:sp>
      <p:sp>
        <p:nvSpPr>
          <p:cNvPr id="5" name="Metin kutusu 4">
            <a:extLst>
              <a:ext uri="{FF2B5EF4-FFF2-40B4-BE49-F238E27FC236}">
                <a16:creationId xmlns:a16="http://schemas.microsoft.com/office/drawing/2014/main" id="{AA234BFF-1362-4B18-9F8E-8436306AB032}"/>
              </a:ext>
            </a:extLst>
          </p:cNvPr>
          <p:cNvSpPr txBox="1"/>
          <p:nvPr/>
        </p:nvSpPr>
        <p:spPr>
          <a:xfrm>
            <a:off x="1342677" y="1197547"/>
            <a:ext cx="10729193" cy="2119042"/>
          </a:xfrm>
          <a:prstGeom prst="rect">
            <a:avLst/>
          </a:prstGeom>
          <a:noFill/>
        </p:spPr>
        <p:txBody>
          <a:bodyPr wrap="square">
            <a:spAutoFit/>
          </a:bodyPr>
          <a:lstStyle/>
          <a:p>
            <a:pPr marL="342900" indent="-342900">
              <a:lnSpc>
                <a:spcPct val="150000"/>
              </a:lnSpc>
              <a:buFont typeface="Arial" panose="020B0604020202020204" pitchFamily="34" charset="0"/>
              <a:buChar char="•"/>
            </a:pPr>
            <a:r>
              <a:rPr lang="tr-TR" sz="1800" dirty="0"/>
              <a:t>Düzenleyici Kurum yarışmaların baremlerini tespit etmekte serbesttir ancak 100 </a:t>
            </a:r>
            <a:r>
              <a:rPr lang="tr-TR" sz="1800" dirty="0" err="1"/>
              <a:t>cm’e</a:t>
            </a:r>
            <a:r>
              <a:rPr lang="tr-TR" sz="1800" dirty="0"/>
              <a:t> kadar olan yarışmalar kronometreli hız parkuru olarak düzenlenemez. Bu yarışmalar 238 A Baremi uyarınca </a:t>
            </a:r>
            <a:r>
              <a:rPr lang="tr-TR" sz="1800" dirty="0" err="1"/>
              <a:t>kronometresiz</a:t>
            </a:r>
            <a:r>
              <a:rPr lang="tr-TR" sz="1800" dirty="0"/>
              <a:t> olarak koşulur. Hata eşitliği halinde derece paylaşılır veya Parkurun Optimum zamanı belirlenerek bu zamana en yakından başlanarak sıralama yapılabilir. Ayrıca stil yarışmaları, </a:t>
            </a:r>
            <a:r>
              <a:rPr lang="tr-TR" sz="1800" dirty="0" err="1"/>
              <a:t>Hunter</a:t>
            </a:r>
            <a:r>
              <a:rPr lang="tr-TR" sz="1800" dirty="0"/>
              <a:t> </a:t>
            </a:r>
            <a:r>
              <a:rPr lang="tr-TR" sz="1800" dirty="0" err="1"/>
              <a:t>Seat</a:t>
            </a:r>
            <a:r>
              <a:rPr lang="tr-TR" sz="1800" dirty="0"/>
              <a:t> yarışmaları düzenlenmesi de mümkündür. 100 cm ye kadar yarışmaların kronometreli yapılabilmesi TBF iznine bağlıdır. </a:t>
            </a:r>
          </a:p>
        </p:txBody>
      </p:sp>
      <p:sp>
        <p:nvSpPr>
          <p:cNvPr id="7" name="Metin kutusu 6">
            <a:extLst>
              <a:ext uri="{FF2B5EF4-FFF2-40B4-BE49-F238E27FC236}">
                <a16:creationId xmlns:a16="http://schemas.microsoft.com/office/drawing/2014/main" id="{1DD22678-A8A9-43CC-B5AC-E0A17E4AD792}"/>
              </a:ext>
            </a:extLst>
          </p:cNvPr>
          <p:cNvSpPr txBox="1"/>
          <p:nvPr/>
        </p:nvSpPr>
        <p:spPr>
          <a:xfrm>
            <a:off x="1342677" y="4221882"/>
            <a:ext cx="10441160" cy="91307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tr-TR" sz="1800" dirty="0"/>
              <a:t>Genel kural olarak yarışma sırasında 2 kez ret yapan binici elenir. Ancak 120 cm ve altı yükseklikteki yarışmalarda düzenleyici kurumun talebi ve Başhakemin onayı ile 3 ret hakkı tanınabilir</a:t>
            </a:r>
            <a:r>
              <a:rPr lang="tr-TR" dirty="0"/>
              <a:t>. </a:t>
            </a:r>
            <a:endParaRPr lang="tr-TR" dirty="0">
              <a:solidFill>
                <a:schemeClr val="accent6">
                  <a:lumMod val="75000"/>
                </a:schemeClr>
              </a:solidFill>
            </a:endParaRPr>
          </a:p>
        </p:txBody>
      </p:sp>
      <p:sp>
        <p:nvSpPr>
          <p:cNvPr id="9" name="Metin kutusu 8">
            <a:extLst>
              <a:ext uri="{FF2B5EF4-FFF2-40B4-BE49-F238E27FC236}">
                <a16:creationId xmlns:a16="http://schemas.microsoft.com/office/drawing/2014/main" id="{FD5E68E1-8983-4D38-9E32-C0507A5A0AB3}"/>
              </a:ext>
            </a:extLst>
          </p:cNvPr>
          <p:cNvSpPr txBox="1"/>
          <p:nvPr/>
        </p:nvSpPr>
        <p:spPr>
          <a:xfrm>
            <a:off x="1342678" y="3821772"/>
            <a:ext cx="6096000" cy="400110"/>
          </a:xfrm>
          <a:prstGeom prst="rect">
            <a:avLst/>
          </a:prstGeom>
          <a:noFill/>
        </p:spPr>
        <p:txBody>
          <a:bodyPr wrap="square">
            <a:spAutoFit/>
          </a:bodyPr>
          <a:lstStyle/>
          <a:p>
            <a:r>
              <a:rPr lang="tr-TR" dirty="0">
                <a:solidFill>
                  <a:schemeClr val="accent6">
                    <a:lumMod val="75000"/>
                  </a:schemeClr>
                </a:solidFill>
              </a:rPr>
              <a:t>Elenme</a:t>
            </a:r>
          </a:p>
        </p:txBody>
      </p:sp>
    </p:spTree>
    <p:extLst>
      <p:ext uri="{BB962C8B-B14F-4D97-AF65-F5344CB8AC3E}">
        <p14:creationId xmlns:p14="http://schemas.microsoft.com/office/powerpoint/2010/main" val="2172873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50CA4E31-9D39-42B1-95B8-1E9ADC265573}"/>
              </a:ext>
            </a:extLst>
          </p:cNvPr>
          <p:cNvSpPr txBox="1"/>
          <p:nvPr/>
        </p:nvSpPr>
        <p:spPr>
          <a:xfrm>
            <a:off x="1558702" y="477466"/>
            <a:ext cx="6096000" cy="400110"/>
          </a:xfrm>
          <a:prstGeom prst="rect">
            <a:avLst/>
          </a:prstGeom>
          <a:noFill/>
        </p:spPr>
        <p:txBody>
          <a:bodyPr wrap="square">
            <a:spAutoFit/>
          </a:bodyPr>
          <a:lstStyle/>
          <a:p>
            <a:r>
              <a:rPr lang="tr-TR" dirty="0">
                <a:solidFill>
                  <a:schemeClr val="accent6">
                    <a:lumMod val="75000"/>
                  </a:schemeClr>
                </a:solidFill>
              </a:rPr>
              <a:t>Tasnif ve tasnif dışı koşma şartları: </a:t>
            </a:r>
          </a:p>
        </p:txBody>
      </p:sp>
      <p:sp>
        <p:nvSpPr>
          <p:cNvPr id="5" name="Metin kutusu 4">
            <a:extLst>
              <a:ext uri="{FF2B5EF4-FFF2-40B4-BE49-F238E27FC236}">
                <a16:creationId xmlns:a16="http://schemas.microsoft.com/office/drawing/2014/main" id="{BF7FC7B3-1BBB-4CA9-8CDB-EE560CD33186}"/>
              </a:ext>
            </a:extLst>
          </p:cNvPr>
          <p:cNvSpPr txBox="1"/>
          <p:nvPr/>
        </p:nvSpPr>
        <p:spPr>
          <a:xfrm>
            <a:off x="1558702" y="981523"/>
            <a:ext cx="9793088" cy="2950038"/>
          </a:xfrm>
          <a:prstGeom prst="rect">
            <a:avLst/>
          </a:prstGeom>
          <a:noFill/>
        </p:spPr>
        <p:txBody>
          <a:bodyPr wrap="square">
            <a:spAutoFit/>
          </a:bodyPr>
          <a:lstStyle/>
          <a:p>
            <a:pPr>
              <a:lnSpc>
                <a:spcPct val="150000"/>
              </a:lnSpc>
            </a:pPr>
            <a:r>
              <a:rPr lang="tr-TR" sz="1800" dirty="0"/>
              <a:t>Yarışma düzenleyicileri bu talimata aykırı olmamak şartı ile yarışma tasniflerini programda belirtmek koşuluyla istedikleri şekilde (tek tasnif, kategori bazında tasnif gibi) belirleyebilirler. Müşterek koşulan yarışmalarda Yeni Binicilerin (bu kategorideki Yıldız Biniciler dahil) ayrı tasnif edilmesi zorunludur. Tasnif dışı koşmak isteyen biniciler derecelendirmeye tabi tutulmadan Türkiye Şampiyonası ve Özel Unvan yarışmaları hariç istedikleri müsabakaya, yarışma için tespit edilen kaydiye ücretini yatırmak koşuluyla girebilirler. “Kategorisi uygun olmayan biniciler </a:t>
            </a:r>
            <a:r>
              <a:rPr lang="tr-TR" sz="1800" dirty="0" err="1"/>
              <a:t>pony’nin</a:t>
            </a:r>
            <a:r>
              <a:rPr lang="tr-TR" sz="1800" dirty="0"/>
              <a:t> eğitimi amaçlı tasnif dışı katılabilirler.</a:t>
            </a:r>
          </a:p>
        </p:txBody>
      </p:sp>
    </p:spTree>
    <p:extLst>
      <p:ext uri="{BB962C8B-B14F-4D97-AF65-F5344CB8AC3E}">
        <p14:creationId xmlns:p14="http://schemas.microsoft.com/office/powerpoint/2010/main" val="790339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Resim 2">
            <a:extLst>
              <a:ext uri="{FF2B5EF4-FFF2-40B4-BE49-F238E27FC236}">
                <a16:creationId xmlns:a16="http://schemas.microsoft.com/office/drawing/2014/main" id="{B54F5D5F-648D-4B66-94EB-9B39ABC6172D}"/>
              </a:ext>
            </a:extLst>
          </p:cNvPr>
          <p:cNvPicPr>
            <a:picLocks noChangeAspect="1"/>
          </p:cNvPicPr>
          <p:nvPr/>
        </p:nvPicPr>
        <p:blipFill>
          <a:blip r:embed="rId2"/>
          <a:stretch>
            <a:fillRect/>
          </a:stretch>
        </p:blipFill>
        <p:spPr>
          <a:xfrm>
            <a:off x="1630710" y="621482"/>
            <a:ext cx="9937104" cy="5707332"/>
          </a:xfrm>
          <a:prstGeom prst="rect">
            <a:avLst/>
          </a:prstGeom>
        </p:spPr>
      </p:pic>
    </p:spTree>
    <p:extLst>
      <p:ext uri="{BB962C8B-B14F-4D97-AF65-F5344CB8AC3E}">
        <p14:creationId xmlns:p14="http://schemas.microsoft.com/office/powerpoint/2010/main" val="20645151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EF8B1D26-F4FD-468A-A615-82EA277A00E0}"/>
              </a:ext>
            </a:extLst>
          </p:cNvPr>
          <p:cNvSpPr txBox="1"/>
          <p:nvPr/>
        </p:nvSpPr>
        <p:spPr>
          <a:xfrm>
            <a:off x="1558702" y="549474"/>
            <a:ext cx="6096000" cy="400110"/>
          </a:xfrm>
          <a:prstGeom prst="rect">
            <a:avLst/>
          </a:prstGeom>
          <a:noFill/>
        </p:spPr>
        <p:txBody>
          <a:bodyPr wrap="square">
            <a:spAutoFit/>
          </a:bodyPr>
          <a:lstStyle/>
          <a:p>
            <a:r>
              <a:rPr lang="tr-TR">
                <a:solidFill>
                  <a:schemeClr val="accent6">
                    <a:lumMod val="75000"/>
                  </a:schemeClr>
                </a:solidFill>
              </a:rPr>
              <a:t>Yetişkin Pro Biniciler</a:t>
            </a:r>
            <a:endParaRPr lang="tr-TR" dirty="0">
              <a:solidFill>
                <a:schemeClr val="accent6">
                  <a:lumMod val="75000"/>
                </a:schemeClr>
              </a:solidFill>
            </a:endParaRPr>
          </a:p>
        </p:txBody>
      </p:sp>
      <p:sp>
        <p:nvSpPr>
          <p:cNvPr id="5" name="Metin kutusu 4">
            <a:extLst>
              <a:ext uri="{FF2B5EF4-FFF2-40B4-BE49-F238E27FC236}">
                <a16:creationId xmlns:a16="http://schemas.microsoft.com/office/drawing/2014/main" id="{DE966849-DF78-4B7C-81AF-224CEC3522EF}"/>
              </a:ext>
            </a:extLst>
          </p:cNvPr>
          <p:cNvSpPr txBox="1"/>
          <p:nvPr/>
        </p:nvSpPr>
        <p:spPr>
          <a:xfrm>
            <a:off x="1558702" y="1053530"/>
            <a:ext cx="10153128" cy="1015663"/>
          </a:xfrm>
          <a:prstGeom prst="rect">
            <a:avLst/>
          </a:prstGeom>
          <a:noFill/>
        </p:spPr>
        <p:txBody>
          <a:bodyPr wrap="square">
            <a:spAutoFit/>
          </a:bodyPr>
          <a:lstStyle/>
          <a:p>
            <a:pPr marL="342900" indent="-342900">
              <a:buFont typeface="Arial" panose="020B0604020202020204" pitchFamily="34" charset="0"/>
              <a:buChar char="•"/>
            </a:pPr>
            <a:r>
              <a:rPr lang="tr-TR" dirty="0"/>
              <a:t>Yetişkin Pro Biniciler minimum 120 cm yarışmaya girip derecelendirilebilir. 4 yaş at ile 95- 110 cm 5 yaş at ile 105-120 </a:t>
            </a:r>
            <a:r>
              <a:rPr lang="tr-TR" dirty="0" err="1"/>
              <a:t>cm’e</a:t>
            </a:r>
            <a:r>
              <a:rPr lang="tr-TR" dirty="0"/>
              <a:t>, 6 yaş ile 115-130 </a:t>
            </a:r>
            <a:r>
              <a:rPr lang="tr-TR" dirty="0" err="1"/>
              <a:t>cm’e</a:t>
            </a:r>
            <a:r>
              <a:rPr lang="tr-TR" dirty="0"/>
              <a:t> girebilir. Bunun haricinde 120 cm den küçük her yarışmaya tasnif dışı katılırlar</a:t>
            </a:r>
          </a:p>
        </p:txBody>
      </p:sp>
      <p:sp>
        <p:nvSpPr>
          <p:cNvPr id="7" name="Metin kutusu 6">
            <a:extLst>
              <a:ext uri="{FF2B5EF4-FFF2-40B4-BE49-F238E27FC236}">
                <a16:creationId xmlns:a16="http://schemas.microsoft.com/office/drawing/2014/main" id="{69232C1C-2E71-4705-98DC-8D14EDC7A0F9}"/>
              </a:ext>
            </a:extLst>
          </p:cNvPr>
          <p:cNvSpPr txBox="1"/>
          <p:nvPr/>
        </p:nvSpPr>
        <p:spPr>
          <a:xfrm>
            <a:off x="1558702" y="2173139"/>
            <a:ext cx="6096000" cy="400110"/>
          </a:xfrm>
          <a:prstGeom prst="rect">
            <a:avLst/>
          </a:prstGeom>
          <a:noFill/>
        </p:spPr>
        <p:txBody>
          <a:bodyPr wrap="square">
            <a:spAutoFit/>
          </a:bodyPr>
          <a:lstStyle/>
          <a:p>
            <a:r>
              <a:rPr lang="tr-TR" dirty="0">
                <a:solidFill>
                  <a:schemeClr val="accent6">
                    <a:lumMod val="75000"/>
                  </a:schemeClr>
                </a:solidFill>
              </a:rPr>
              <a:t>Yetişkin Biniciler</a:t>
            </a:r>
          </a:p>
        </p:txBody>
      </p:sp>
      <p:sp>
        <p:nvSpPr>
          <p:cNvPr id="9" name="Metin kutusu 8">
            <a:extLst>
              <a:ext uri="{FF2B5EF4-FFF2-40B4-BE49-F238E27FC236}">
                <a16:creationId xmlns:a16="http://schemas.microsoft.com/office/drawing/2014/main" id="{F4E637DD-3DA0-4D01-83DC-CE1F8641A7FF}"/>
              </a:ext>
            </a:extLst>
          </p:cNvPr>
          <p:cNvSpPr txBox="1"/>
          <p:nvPr/>
        </p:nvSpPr>
        <p:spPr>
          <a:xfrm>
            <a:off x="1558702" y="2677195"/>
            <a:ext cx="10297144" cy="707886"/>
          </a:xfrm>
          <a:prstGeom prst="rect">
            <a:avLst/>
          </a:prstGeom>
          <a:noFill/>
        </p:spPr>
        <p:txBody>
          <a:bodyPr wrap="square">
            <a:spAutoFit/>
          </a:bodyPr>
          <a:lstStyle/>
          <a:p>
            <a:pPr marL="342900" indent="-342900">
              <a:buFont typeface="Arial" panose="020B0604020202020204" pitchFamily="34" charset="0"/>
              <a:buChar char="•"/>
            </a:pPr>
            <a:r>
              <a:rPr lang="tr-TR" dirty="0"/>
              <a:t>Her yükseklikteki yarışmayı koşabilirler. Ancak 1 yıl içinde 135 cm yarışmalarda 5 kez, 140 cm ve üstü yarışmalarda 3 kez ilk beşe girdiği takdirde otomatik olarak Pro Yetişkin olurlar.</a:t>
            </a:r>
          </a:p>
        </p:txBody>
      </p:sp>
      <p:sp>
        <p:nvSpPr>
          <p:cNvPr id="11" name="Metin kutusu 10">
            <a:extLst>
              <a:ext uri="{FF2B5EF4-FFF2-40B4-BE49-F238E27FC236}">
                <a16:creationId xmlns:a16="http://schemas.microsoft.com/office/drawing/2014/main" id="{EE8D171F-E96D-4F95-9D1D-879522CF8E79}"/>
              </a:ext>
            </a:extLst>
          </p:cNvPr>
          <p:cNvSpPr txBox="1"/>
          <p:nvPr/>
        </p:nvSpPr>
        <p:spPr>
          <a:xfrm>
            <a:off x="1558702" y="3489027"/>
            <a:ext cx="6096000" cy="400110"/>
          </a:xfrm>
          <a:prstGeom prst="rect">
            <a:avLst/>
          </a:prstGeom>
          <a:noFill/>
        </p:spPr>
        <p:txBody>
          <a:bodyPr wrap="square">
            <a:spAutoFit/>
          </a:bodyPr>
          <a:lstStyle/>
          <a:p>
            <a:r>
              <a:rPr lang="tr-TR" dirty="0">
                <a:solidFill>
                  <a:schemeClr val="accent6">
                    <a:lumMod val="75000"/>
                  </a:schemeClr>
                </a:solidFill>
              </a:rPr>
              <a:t>25 Yaş Altı Biniciler</a:t>
            </a:r>
          </a:p>
        </p:txBody>
      </p:sp>
      <p:sp>
        <p:nvSpPr>
          <p:cNvPr id="13" name="Metin kutusu 12">
            <a:extLst>
              <a:ext uri="{FF2B5EF4-FFF2-40B4-BE49-F238E27FC236}">
                <a16:creationId xmlns:a16="http://schemas.microsoft.com/office/drawing/2014/main" id="{7257259B-77D8-409C-A6FC-D6CA558C10F3}"/>
              </a:ext>
            </a:extLst>
          </p:cNvPr>
          <p:cNvSpPr txBox="1"/>
          <p:nvPr/>
        </p:nvSpPr>
        <p:spPr>
          <a:xfrm>
            <a:off x="1558702" y="3998131"/>
            <a:ext cx="10297144" cy="707886"/>
          </a:xfrm>
          <a:prstGeom prst="rect">
            <a:avLst/>
          </a:prstGeom>
          <a:noFill/>
        </p:spPr>
        <p:txBody>
          <a:bodyPr wrap="square">
            <a:spAutoFit/>
          </a:bodyPr>
          <a:lstStyle/>
          <a:p>
            <a:pPr marL="342900" indent="-342900">
              <a:buFont typeface="Arial" panose="020B0604020202020204" pitchFamily="34" charset="0"/>
              <a:buChar char="•"/>
            </a:pPr>
            <a:r>
              <a:rPr lang="tr-TR" dirty="0"/>
              <a:t>16 yaşına girdikleri yılbaşından 25 yaşına girdikleri senenin sonuna kadar bu kategoride yarışabilirler. Maksimum 145 cm yarışma koşabilirler. </a:t>
            </a:r>
          </a:p>
        </p:txBody>
      </p:sp>
      <p:sp>
        <p:nvSpPr>
          <p:cNvPr id="15" name="Metin kutusu 14">
            <a:extLst>
              <a:ext uri="{FF2B5EF4-FFF2-40B4-BE49-F238E27FC236}">
                <a16:creationId xmlns:a16="http://schemas.microsoft.com/office/drawing/2014/main" id="{76909ACB-5437-4197-8194-78E424AAE691}"/>
              </a:ext>
            </a:extLst>
          </p:cNvPr>
          <p:cNvSpPr txBox="1"/>
          <p:nvPr/>
        </p:nvSpPr>
        <p:spPr>
          <a:xfrm>
            <a:off x="1558702" y="4815011"/>
            <a:ext cx="6096000" cy="400110"/>
          </a:xfrm>
          <a:prstGeom prst="rect">
            <a:avLst/>
          </a:prstGeom>
          <a:noFill/>
        </p:spPr>
        <p:txBody>
          <a:bodyPr wrap="square">
            <a:spAutoFit/>
          </a:bodyPr>
          <a:lstStyle/>
          <a:p>
            <a:r>
              <a:rPr lang="tr-TR" dirty="0">
                <a:solidFill>
                  <a:schemeClr val="accent6">
                    <a:lumMod val="75000"/>
                  </a:schemeClr>
                </a:solidFill>
              </a:rPr>
              <a:t>Genç Yetişkin Biniciler</a:t>
            </a:r>
          </a:p>
        </p:txBody>
      </p:sp>
      <p:sp>
        <p:nvSpPr>
          <p:cNvPr id="17" name="Metin kutusu 16">
            <a:extLst>
              <a:ext uri="{FF2B5EF4-FFF2-40B4-BE49-F238E27FC236}">
                <a16:creationId xmlns:a16="http://schemas.microsoft.com/office/drawing/2014/main" id="{1FE457A4-CDAA-4089-A457-E7027D0E6C72}"/>
              </a:ext>
            </a:extLst>
          </p:cNvPr>
          <p:cNvSpPr txBox="1"/>
          <p:nvPr/>
        </p:nvSpPr>
        <p:spPr>
          <a:xfrm>
            <a:off x="1558702" y="5319067"/>
            <a:ext cx="10297144" cy="1015663"/>
          </a:xfrm>
          <a:prstGeom prst="rect">
            <a:avLst/>
          </a:prstGeom>
          <a:noFill/>
        </p:spPr>
        <p:txBody>
          <a:bodyPr wrap="square">
            <a:spAutoFit/>
          </a:bodyPr>
          <a:lstStyle/>
          <a:p>
            <a:pPr marL="342900" indent="-342900">
              <a:buFont typeface="Arial" panose="020B0604020202020204" pitchFamily="34" charset="0"/>
              <a:buChar char="•"/>
            </a:pPr>
            <a:r>
              <a:rPr lang="tr-TR" dirty="0"/>
              <a:t>16 yaşına girdikleri yılbaşından 21 yaşına girdikleri senenin sonuna kadar bu kategoride yarışabilirler. Maksimum 145 cm yarışma koşabilirler. Daha yüksek yarışma koşmak için Federasyona dilekçe ile başvurmaları gerekir.</a:t>
            </a:r>
          </a:p>
        </p:txBody>
      </p:sp>
    </p:spTree>
    <p:extLst>
      <p:ext uri="{BB962C8B-B14F-4D97-AF65-F5344CB8AC3E}">
        <p14:creationId xmlns:p14="http://schemas.microsoft.com/office/powerpoint/2010/main" val="3019892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BBDB7B81-282C-4671-8EDC-637BDBA7A779}"/>
              </a:ext>
            </a:extLst>
          </p:cNvPr>
          <p:cNvSpPr txBox="1"/>
          <p:nvPr/>
        </p:nvSpPr>
        <p:spPr>
          <a:xfrm>
            <a:off x="1414686" y="1053530"/>
            <a:ext cx="10081120" cy="1015663"/>
          </a:xfrm>
          <a:prstGeom prst="rect">
            <a:avLst/>
          </a:prstGeom>
          <a:noFill/>
        </p:spPr>
        <p:txBody>
          <a:bodyPr wrap="square">
            <a:spAutoFit/>
          </a:bodyPr>
          <a:lstStyle/>
          <a:p>
            <a:pPr marL="342900" indent="-342900">
              <a:buFont typeface="Arial" panose="020B0604020202020204" pitchFamily="34" charset="0"/>
              <a:buChar char="•"/>
            </a:pPr>
            <a:r>
              <a:rPr lang="tr-TR" dirty="0"/>
              <a:t>14 yaşına girdikleri yılbaşından 18 yaşına girdikleri senenin sonuna kadar bu kategoride yarışabilirler. Maksimum 140 cm yarışma koşabilirler. Daha yüksek yarışma koşmak için Federasyona dilekçe ile başvurmaları gerekir.</a:t>
            </a:r>
            <a:endParaRPr lang="tr-TR" dirty="0">
              <a:solidFill>
                <a:schemeClr val="accent6">
                  <a:lumMod val="75000"/>
                </a:schemeClr>
              </a:solidFill>
            </a:endParaRPr>
          </a:p>
        </p:txBody>
      </p:sp>
      <p:sp>
        <p:nvSpPr>
          <p:cNvPr id="5" name="Metin kutusu 4">
            <a:extLst>
              <a:ext uri="{FF2B5EF4-FFF2-40B4-BE49-F238E27FC236}">
                <a16:creationId xmlns:a16="http://schemas.microsoft.com/office/drawing/2014/main" id="{0FCE71C6-2D73-423C-996F-34453ADDAF72}"/>
              </a:ext>
            </a:extLst>
          </p:cNvPr>
          <p:cNvSpPr txBox="1"/>
          <p:nvPr/>
        </p:nvSpPr>
        <p:spPr>
          <a:xfrm>
            <a:off x="1414686" y="628690"/>
            <a:ext cx="6096000" cy="400110"/>
          </a:xfrm>
          <a:prstGeom prst="rect">
            <a:avLst/>
          </a:prstGeom>
          <a:noFill/>
        </p:spPr>
        <p:txBody>
          <a:bodyPr wrap="square">
            <a:spAutoFit/>
          </a:bodyPr>
          <a:lstStyle/>
          <a:p>
            <a:r>
              <a:rPr lang="tr-TR" dirty="0">
                <a:solidFill>
                  <a:schemeClr val="accent6">
                    <a:lumMod val="75000"/>
                  </a:schemeClr>
                </a:solidFill>
              </a:rPr>
              <a:t>Genç Biniciler</a:t>
            </a:r>
          </a:p>
        </p:txBody>
      </p:sp>
      <p:sp>
        <p:nvSpPr>
          <p:cNvPr id="7" name="Metin kutusu 6">
            <a:extLst>
              <a:ext uri="{FF2B5EF4-FFF2-40B4-BE49-F238E27FC236}">
                <a16:creationId xmlns:a16="http://schemas.microsoft.com/office/drawing/2014/main" id="{DA6A2E1F-1AA3-4D19-B320-F778B0AE6C49}"/>
              </a:ext>
            </a:extLst>
          </p:cNvPr>
          <p:cNvSpPr txBox="1"/>
          <p:nvPr/>
        </p:nvSpPr>
        <p:spPr>
          <a:xfrm>
            <a:off x="1417365" y="2069193"/>
            <a:ext cx="6096000" cy="400110"/>
          </a:xfrm>
          <a:prstGeom prst="rect">
            <a:avLst/>
          </a:prstGeom>
          <a:noFill/>
        </p:spPr>
        <p:txBody>
          <a:bodyPr wrap="square">
            <a:spAutoFit/>
          </a:bodyPr>
          <a:lstStyle/>
          <a:p>
            <a:r>
              <a:rPr lang="tr-TR" dirty="0">
                <a:solidFill>
                  <a:schemeClr val="accent6">
                    <a:lumMod val="75000"/>
                  </a:schemeClr>
                </a:solidFill>
              </a:rPr>
              <a:t>Yıldız Biniciler</a:t>
            </a:r>
          </a:p>
        </p:txBody>
      </p:sp>
      <p:sp>
        <p:nvSpPr>
          <p:cNvPr id="11" name="Metin kutusu 10">
            <a:extLst>
              <a:ext uri="{FF2B5EF4-FFF2-40B4-BE49-F238E27FC236}">
                <a16:creationId xmlns:a16="http://schemas.microsoft.com/office/drawing/2014/main" id="{E4200ADE-15DC-4121-8959-488B63F98BE5}"/>
              </a:ext>
            </a:extLst>
          </p:cNvPr>
          <p:cNvSpPr txBox="1"/>
          <p:nvPr/>
        </p:nvSpPr>
        <p:spPr>
          <a:xfrm>
            <a:off x="1414686" y="2469303"/>
            <a:ext cx="10297144" cy="1323439"/>
          </a:xfrm>
          <a:prstGeom prst="rect">
            <a:avLst/>
          </a:prstGeom>
          <a:noFill/>
        </p:spPr>
        <p:txBody>
          <a:bodyPr wrap="square">
            <a:spAutoFit/>
          </a:bodyPr>
          <a:lstStyle/>
          <a:p>
            <a:pPr marL="342900" indent="-342900">
              <a:buFont typeface="Arial" panose="020B0604020202020204" pitchFamily="34" charset="0"/>
              <a:buChar char="•"/>
            </a:pPr>
            <a:r>
              <a:rPr lang="tr-TR" dirty="0"/>
              <a:t>12 yaşına girdikleri yılbaşından 14 yaşına girdikleri senenin sonuna kadar bu kategoride yarışabilirler. Maksimum 130 cm yarışma koşabilirler. Daha yüksek yarışma koşmak için Federasyona dilekçe ile başvurmaları gerekir. o Yıldız biniciler isterlerse minimum 100 cm den başlamak üzere 6 yaş ve üstü </a:t>
            </a:r>
            <a:r>
              <a:rPr lang="tr-TR" dirty="0" err="1"/>
              <a:t>pony</a:t>
            </a:r>
            <a:r>
              <a:rPr lang="tr-TR" dirty="0"/>
              <a:t> ile Engel Atlama yarışmalarına katılabilirler.</a:t>
            </a:r>
          </a:p>
        </p:txBody>
      </p:sp>
      <p:sp>
        <p:nvSpPr>
          <p:cNvPr id="13" name="Metin kutusu 12">
            <a:extLst>
              <a:ext uri="{FF2B5EF4-FFF2-40B4-BE49-F238E27FC236}">
                <a16:creationId xmlns:a16="http://schemas.microsoft.com/office/drawing/2014/main" id="{59230BCA-A0CA-45AD-AC39-890319B07BEF}"/>
              </a:ext>
            </a:extLst>
          </p:cNvPr>
          <p:cNvSpPr txBox="1"/>
          <p:nvPr/>
        </p:nvSpPr>
        <p:spPr>
          <a:xfrm>
            <a:off x="1414711" y="3792742"/>
            <a:ext cx="6096000" cy="400110"/>
          </a:xfrm>
          <a:prstGeom prst="rect">
            <a:avLst/>
          </a:prstGeom>
          <a:noFill/>
        </p:spPr>
        <p:txBody>
          <a:bodyPr wrap="square">
            <a:spAutoFit/>
          </a:bodyPr>
          <a:lstStyle/>
          <a:p>
            <a:r>
              <a:rPr lang="tr-TR" dirty="0">
                <a:solidFill>
                  <a:schemeClr val="accent6">
                    <a:lumMod val="75000"/>
                  </a:schemeClr>
                </a:solidFill>
              </a:rPr>
              <a:t>Yıldız Öncesi Biniciler</a:t>
            </a:r>
          </a:p>
        </p:txBody>
      </p:sp>
      <p:sp>
        <p:nvSpPr>
          <p:cNvPr id="15" name="Metin kutusu 14">
            <a:extLst>
              <a:ext uri="{FF2B5EF4-FFF2-40B4-BE49-F238E27FC236}">
                <a16:creationId xmlns:a16="http://schemas.microsoft.com/office/drawing/2014/main" id="{A3F1C531-E4A5-4D53-A5CF-F34640C4CEBD}"/>
              </a:ext>
            </a:extLst>
          </p:cNvPr>
          <p:cNvSpPr txBox="1"/>
          <p:nvPr/>
        </p:nvSpPr>
        <p:spPr>
          <a:xfrm>
            <a:off x="1414686" y="4192852"/>
            <a:ext cx="10369152" cy="2246769"/>
          </a:xfrm>
          <a:prstGeom prst="rect">
            <a:avLst/>
          </a:prstGeom>
          <a:noFill/>
        </p:spPr>
        <p:txBody>
          <a:bodyPr wrap="square">
            <a:spAutoFit/>
          </a:bodyPr>
          <a:lstStyle/>
          <a:p>
            <a:pPr marL="342900" indent="-342900">
              <a:buFont typeface="Arial" panose="020B0604020202020204" pitchFamily="34" charset="0"/>
              <a:buChar char="•"/>
            </a:pPr>
            <a:r>
              <a:rPr lang="tr-TR" dirty="0"/>
              <a:t>10-12 Yaş arası Yeni Biniciler Yıldız kategorisine hazırlık amacı ile 100 cm ve 105 cm yüksekliğinde yarışmalarda 8 defa (Sporcunun gün içinde farklı atlarla veya aynı at ile 100 ve 105 cm yüksekliklerde katıldığı yarışmaları içerir.) parkuru en fazla 8 ceza ile tamamlamaları halinde, ailesinin ve antrenörünün federasyon onayı için yazılı dilekçesi ile 110 cm yarışmalara katılabilir. 110 cm yarışmalarda da 8 defa parkuru en fazla 8 ceza ile tamamlamaları halinde tekrar ailesinin ve antrenörünün federasyon onayı için yazılı dilekçesi ile 115 cm yarışmalara katılabilirler.</a:t>
            </a:r>
          </a:p>
        </p:txBody>
      </p:sp>
    </p:spTree>
    <p:extLst>
      <p:ext uri="{BB962C8B-B14F-4D97-AF65-F5344CB8AC3E}">
        <p14:creationId xmlns:p14="http://schemas.microsoft.com/office/powerpoint/2010/main" val="4292103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569CDE8B-3566-4210-B8EE-B91434823461}"/>
              </a:ext>
            </a:extLst>
          </p:cNvPr>
          <p:cNvSpPr txBox="1"/>
          <p:nvPr/>
        </p:nvSpPr>
        <p:spPr>
          <a:xfrm>
            <a:off x="1414686" y="477466"/>
            <a:ext cx="6096000" cy="400110"/>
          </a:xfrm>
          <a:prstGeom prst="rect">
            <a:avLst/>
          </a:prstGeom>
          <a:noFill/>
        </p:spPr>
        <p:txBody>
          <a:bodyPr wrap="square">
            <a:spAutoFit/>
          </a:bodyPr>
          <a:lstStyle/>
          <a:p>
            <a:r>
              <a:rPr lang="tr-TR" dirty="0">
                <a:solidFill>
                  <a:schemeClr val="accent6">
                    <a:lumMod val="75000"/>
                  </a:schemeClr>
                </a:solidFill>
              </a:rPr>
              <a:t>Yeni Biniciler / Başlangıç Kategorisi</a:t>
            </a:r>
          </a:p>
        </p:txBody>
      </p:sp>
      <p:sp>
        <p:nvSpPr>
          <p:cNvPr id="7" name="Metin kutusu 6">
            <a:extLst>
              <a:ext uri="{FF2B5EF4-FFF2-40B4-BE49-F238E27FC236}">
                <a16:creationId xmlns:a16="http://schemas.microsoft.com/office/drawing/2014/main" id="{3E3C1A86-5FEA-4F0D-A706-F3ABDD75F8C3}"/>
              </a:ext>
            </a:extLst>
          </p:cNvPr>
          <p:cNvSpPr txBox="1"/>
          <p:nvPr/>
        </p:nvSpPr>
        <p:spPr>
          <a:xfrm>
            <a:off x="1414686" y="881049"/>
            <a:ext cx="10009112" cy="1015663"/>
          </a:xfrm>
          <a:prstGeom prst="rect">
            <a:avLst/>
          </a:prstGeom>
          <a:noFill/>
        </p:spPr>
        <p:txBody>
          <a:bodyPr wrap="square">
            <a:spAutoFit/>
          </a:bodyPr>
          <a:lstStyle/>
          <a:p>
            <a:pPr marL="342900" indent="-342900">
              <a:buFont typeface="Arial" panose="020B0604020202020204" pitchFamily="34" charset="0"/>
              <a:buChar char="•"/>
            </a:pPr>
            <a:r>
              <a:rPr lang="tr-TR" dirty="0"/>
              <a:t>Biniciliğe yeni başlayan ve ilk kez lisans alanlar yaşlarına bakılmaksızın Yeni Binici kabul edilirler. Bu biniciler ilk 5 yarışlarında 90 cm den daha yüksek koşamazlar. Daha sonra maksimum 110 cm’ye kadar yarışmaya (110 cm dahil değil) girebilirler. </a:t>
            </a:r>
          </a:p>
        </p:txBody>
      </p:sp>
      <p:sp>
        <p:nvSpPr>
          <p:cNvPr id="9" name="Metin kutusu 8">
            <a:extLst>
              <a:ext uri="{FF2B5EF4-FFF2-40B4-BE49-F238E27FC236}">
                <a16:creationId xmlns:a16="http://schemas.microsoft.com/office/drawing/2014/main" id="{CD7C04AC-2422-4DB7-8C51-7D4645F33E7C}"/>
              </a:ext>
            </a:extLst>
          </p:cNvPr>
          <p:cNvSpPr txBox="1"/>
          <p:nvPr/>
        </p:nvSpPr>
        <p:spPr>
          <a:xfrm>
            <a:off x="1414686" y="1896712"/>
            <a:ext cx="9793088" cy="707886"/>
          </a:xfrm>
          <a:prstGeom prst="rect">
            <a:avLst/>
          </a:prstGeom>
          <a:noFill/>
        </p:spPr>
        <p:txBody>
          <a:bodyPr wrap="square">
            <a:spAutoFit/>
          </a:bodyPr>
          <a:lstStyle/>
          <a:p>
            <a:pPr marL="342900" indent="-342900">
              <a:buFont typeface="Arial" panose="020B0604020202020204" pitchFamily="34" charset="0"/>
              <a:buChar char="•"/>
            </a:pPr>
            <a:r>
              <a:rPr lang="tr-TR" dirty="0"/>
              <a:t>Yeni Binici lisansı 10 yaşına girildikten sonra alınabilir ancak federasyonca izin verilmedikçe yarışmalara katılmaları 11 yaşına girecekleri yılın başından itibaren mümkündür. </a:t>
            </a:r>
          </a:p>
        </p:txBody>
      </p:sp>
      <p:sp>
        <p:nvSpPr>
          <p:cNvPr id="11" name="Metin kutusu 10">
            <a:extLst>
              <a:ext uri="{FF2B5EF4-FFF2-40B4-BE49-F238E27FC236}">
                <a16:creationId xmlns:a16="http://schemas.microsoft.com/office/drawing/2014/main" id="{721CDAC9-BA5F-4A8D-B7A8-A2755AE0B9BC}"/>
              </a:ext>
            </a:extLst>
          </p:cNvPr>
          <p:cNvSpPr txBox="1"/>
          <p:nvPr/>
        </p:nvSpPr>
        <p:spPr>
          <a:xfrm>
            <a:off x="1414686" y="2721908"/>
            <a:ext cx="9793088" cy="707886"/>
          </a:xfrm>
          <a:prstGeom prst="rect">
            <a:avLst/>
          </a:prstGeom>
          <a:noFill/>
        </p:spPr>
        <p:txBody>
          <a:bodyPr wrap="square">
            <a:spAutoFit/>
          </a:bodyPr>
          <a:lstStyle/>
          <a:p>
            <a:pPr marL="342900" indent="-342900">
              <a:buFont typeface="Arial" panose="020B0604020202020204" pitchFamily="34" charset="0"/>
              <a:buChar char="•"/>
            </a:pPr>
            <a:r>
              <a:rPr lang="tr-TR" dirty="0"/>
              <a:t>Bir binici ilk kez lisans aldığında (yaş itibariyle yıldız veya genç binici de olsa) yeni binici olur</a:t>
            </a:r>
          </a:p>
        </p:txBody>
      </p:sp>
      <p:sp>
        <p:nvSpPr>
          <p:cNvPr id="13" name="Metin kutusu 12">
            <a:extLst>
              <a:ext uri="{FF2B5EF4-FFF2-40B4-BE49-F238E27FC236}">
                <a16:creationId xmlns:a16="http://schemas.microsoft.com/office/drawing/2014/main" id="{A6E9D109-4715-4AAB-B935-EED349FCAD7B}"/>
              </a:ext>
            </a:extLst>
          </p:cNvPr>
          <p:cNvSpPr txBox="1"/>
          <p:nvPr/>
        </p:nvSpPr>
        <p:spPr>
          <a:xfrm>
            <a:off x="1414686" y="3547104"/>
            <a:ext cx="10153128" cy="1015663"/>
          </a:xfrm>
          <a:prstGeom prst="rect">
            <a:avLst/>
          </a:prstGeom>
          <a:noFill/>
        </p:spPr>
        <p:txBody>
          <a:bodyPr wrap="square">
            <a:spAutoFit/>
          </a:bodyPr>
          <a:lstStyle/>
          <a:p>
            <a:pPr marL="342900" indent="-342900">
              <a:buFont typeface="Arial" panose="020B0604020202020204" pitchFamily="34" charset="0"/>
              <a:buChar char="•"/>
            </a:pPr>
            <a:r>
              <a:rPr lang="tr-TR" dirty="0"/>
              <a:t>Kategorisini değiştirmek isteyen yeni binicilerin; TBF Faaliyet programında yer alan 5 adet 100/105 cm yarışmayı 0/8 ceza ile bitirmiş olmaları ve dilekçe ile federasyona başvurmaları gerekmektedir. Reşit olmayanların velilerinin </a:t>
            </a:r>
            <a:r>
              <a:rPr lang="tr-TR" dirty="0" err="1"/>
              <a:t>muafakatları</a:t>
            </a:r>
            <a:r>
              <a:rPr lang="tr-TR" dirty="0"/>
              <a:t> alınır</a:t>
            </a:r>
          </a:p>
        </p:txBody>
      </p:sp>
      <p:sp>
        <p:nvSpPr>
          <p:cNvPr id="15" name="Metin kutusu 14">
            <a:extLst>
              <a:ext uri="{FF2B5EF4-FFF2-40B4-BE49-F238E27FC236}">
                <a16:creationId xmlns:a16="http://schemas.microsoft.com/office/drawing/2014/main" id="{4B49401E-F3B7-43F3-B7BE-9A5E81BA55E9}"/>
              </a:ext>
            </a:extLst>
          </p:cNvPr>
          <p:cNvSpPr txBox="1"/>
          <p:nvPr/>
        </p:nvSpPr>
        <p:spPr>
          <a:xfrm>
            <a:off x="1414686" y="4562767"/>
            <a:ext cx="10297144" cy="1631216"/>
          </a:xfrm>
          <a:prstGeom prst="rect">
            <a:avLst/>
          </a:prstGeom>
          <a:noFill/>
        </p:spPr>
        <p:txBody>
          <a:bodyPr wrap="square">
            <a:spAutoFit/>
          </a:bodyPr>
          <a:lstStyle/>
          <a:p>
            <a:pPr marL="342900" indent="-342900">
              <a:buFont typeface="Arial" panose="020B0604020202020204" pitchFamily="34" charset="0"/>
              <a:buChar char="•"/>
            </a:pPr>
            <a:r>
              <a:rPr lang="tr-TR" dirty="0"/>
              <a:t>Sportif başarı hedeflemeden yarışmacı olarak kalmak isteyen sporcular için kendi istemedikçe veya bu kategori için düzenlenen Türkiye Kupasında 2 kez ilk üç dereceye girmiş olması ve/veya bir yıl içinde kategorisinde 10 sporcudan fazla katılım olan 105 cm yükseklikteki yarışmalarda 5 kez ve daha fazla birincilik elde etmesi halleri dışında ömür boyu yeni binici kategorisinde kalabilirler</a:t>
            </a:r>
          </a:p>
        </p:txBody>
      </p:sp>
    </p:spTree>
    <p:extLst>
      <p:ext uri="{BB962C8B-B14F-4D97-AF65-F5344CB8AC3E}">
        <p14:creationId xmlns:p14="http://schemas.microsoft.com/office/powerpoint/2010/main" val="3194612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0437B8B8-2DED-471B-B328-A5470FB3D378}"/>
              </a:ext>
            </a:extLst>
          </p:cNvPr>
          <p:cNvSpPr txBox="1"/>
          <p:nvPr/>
        </p:nvSpPr>
        <p:spPr>
          <a:xfrm>
            <a:off x="1270670" y="477466"/>
            <a:ext cx="6096000" cy="400110"/>
          </a:xfrm>
          <a:prstGeom prst="rect">
            <a:avLst/>
          </a:prstGeom>
          <a:noFill/>
        </p:spPr>
        <p:txBody>
          <a:bodyPr wrap="square">
            <a:spAutoFit/>
          </a:bodyPr>
          <a:lstStyle/>
          <a:p>
            <a:r>
              <a:rPr lang="tr-TR" dirty="0">
                <a:solidFill>
                  <a:schemeClr val="accent6">
                    <a:lumMod val="75000"/>
                  </a:schemeClr>
                </a:solidFill>
              </a:rPr>
              <a:t>Kadın Biniciler</a:t>
            </a:r>
          </a:p>
        </p:txBody>
      </p:sp>
      <p:sp>
        <p:nvSpPr>
          <p:cNvPr id="5" name="Metin kutusu 4">
            <a:extLst>
              <a:ext uri="{FF2B5EF4-FFF2-40B4-BE49-F238E27FC236}">
                <a16:creationId xmlns:a16="http://schemas.microsoft.com/office/drawing/2014/main" id="{F7323990-F700-478E-881F-20D5A348EE47}"/>
              </a:ext>
            </a:extLst>
          </p:cNvPr>
          <p:cNvSpPr txBox="1"/>
          <p:nvPr/>
        </p:nvSpPr>
        <p:spPr>
          <a:xfrm>
            <a:off x="1270670" y="1053530"/>
            <a:ext cx="10441160" cy="1015663"/>
          </a:xfrm>
          <a:prstGeom prst="rect">
            <a:avLst/>
          </a:prstGeom>
          <a:noFill/>
        </p:spPr>
        <p:txBody>
          <a:bodyPr wrap="square">
            <a:spAutoFit/>
          </a:bodyPr>
          <a:lstStyle/>
          <a:p>
            <a:pPr marL="342900" indent="-342900">
              <a:buFont typeface="Arial" panose="020B0604020202020204" pitchFamily="34" charset="0"/>
              <a:buChar char="•"/>
            </a:pPr>
            <a:r>
              <a:rPr lang="tr-TR" dirty="0"/>
              <a:t>14 yaşına girdikleri yılbaşından itibaren bu kategoride düzenlenen yarışmalara katılabilirler. Bu kategoride maksimum 130 cm yarışma koşabilirler. Bu kategori sadece özel tasnif ile kadın kategorisi olarak açılan yarışmalar için geçerlidir.</a:t>
            </a:r>
          </a:p>
        </p:txBody>
      </p:sp>
      <p:sp>
        <p:nvSpPr>
          <p:cNvPr id="7" name="Metin kutusu 6">
            <a:extLst>
              <a:ext uri="{FF2B5EF4-FFF2-40B4-BE49-F238E27FC236}">
                <a16:creationId xmlns:a16="http://schemas.microsoft.com/office/drawing/2014/main" id="{62731BB0-65FD-45C9-AD86-F6AD74CA8E4F}"/>
              </a:ext>
            </a:extLst>
          </p:cNvPr>
          <p:cNvSpPr txBox="1"/>
          <p:nvPr/>
        </p:nvSpPr>
        <p:spPr>
          <a:xfrm>
            <a:off x="1270670" y="2245147"/>
            <a:ext cx="6096000" cy="400110"/>
          </a:xfrm>
          <a:prstGeom prst="rect">
            <a:avLst/>
          </a:prstGeom>
          <a:noFill/>
        </p:spPr>
        <p:txBody>
          <a:bodyPr wrap="square">
            <a:spAutoFit/>
          </a:bodyPr>
          <a:lstStyle/>
          <a:p>
            <a:r>
              <a:rPr lang="tr-TR" dirty="0" err="1">
                <a:solidFill>
                  <a:schemeClr val="accent6">
                    <a:lumMod val="75000"/>
                  </a:schemeClr>
                </a:solidFill>
              </a:rPr>
              <a:t>Veteran</a:t>
            </a:r>
            <a:r>
              <a:rPr lang="tr-TR" dirty="0">
                <a:solidFill>
                  <a:schemeClr val="accent6">
                    <a:lumMod val="75000"/>
                  </a:schemeClr>
                </a:solidFill>
              </a:rPr>
              <a:t> Biniciler</a:t>
            </a:r>
          </a:p>
        </p:txBody>
      </p:sp>
      <p:sp>
        <p:nvSpPr>
          <p:cNvPr id="9" name="Metin kutusu 8">
            <a:extLst>
              <a:ext uri="{FF2B5EF4-FFF2-40B4-BE49-F238E27FC236}">
                <a16:creationId xmlns:a16="http://schemas.microsoft.com/office/drawing/2014/main" id="{00CD7417-0FF9-4CF5-B950-9745DC1F862F}"/>
              </a:ext>
            </a:extLst>
          </p:cNvPr>
          <p:cNvSpPr txBox="1"/>
          <p:nvPr/>
        </p:nvSpPr>
        <p:spPr>
          <a:xfrm>
            <a:off x="1270670" y="2821211"/>
            <a:ext cx="10441160" cy="1015663"/>
          </a:xfrm>
          <a:prstGeom prst="rect">
            <a:avLst/>
          </a:prstGeom>
          <a:noFill/>
        </p:spPr>
        <p:txBody>
          <a:bodyPr wrap="square">
            <a:spAutoFit/>
          </a:bodyPr>
          <a:lstStyle/>
          <a:p>
            <a:pPr marL="342900" indent="-342900">
              <a:buFont typeface="Arial" panose="020B0604020202020204" pitchFamily="34" charset="0"/>
              <a:buChar char="•"/>
            </a:pPr>
            <a:r>
              <a:rPr lang="tr-TR" dirty="0"/>
              <a:t>Kadınlar 45 yaşına Erkekler 49 yaşına girdikleri yılbaşından itibaren bu kategoride düzenlenen yarışmalara katılabilirler. Bu kategoride maksimum 130 cm yarışma koşabilirler. Bu kategori sadece özel tasnif ile </a:t>
            </a:r>
            <a:r>
              <a:rPr lang="tr-TR" dirty="0" err="1"/>
              <a:t>Veteran</a:t>
            </a:r>
            <a:r>
              <a:rPr lang="tr-TR" dirty="0"/>
              <a:t> kategorisi olarak açılan yarışmalar için geçerlidir. </a:t>
            </a:r>
          </a:p>
        </p:txBody>
      </p:sp>
    </p:spTree>
    <p:extLst>
      <p:ext uri="{BB962C8B-B14F-4D97-AF65-F5344CB8AC3E}">
        <p14:creationId xmlns:p14="http://schemas.microsoft.com/office/powerpoint/2010/main" val="40997750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4292536C-F74A-4F6F-89D2-1E6D0F891440}"/>
              </a:ext>
            </a:extLst>
          </p:cNvPr>
          <p:cNvSpPr txBox="1"/>
          <p:nvPr/>
        </p:nvSpPr>
        <p:spPr>
          <a:xfrm>
            <a:off x="1414686" y="621482"/>
            <a:ext cx="6096000" cy="400110"/>
          </a:xfrm>
          <a:prstGeom prst="rect">
            <a:avLst/>
          </a:prstGeom>
          <a:noFill/>
        </p:spPr>
        <p:txBody>
          <a:bodyPr wrap="square">
            <a:spAutoFit/>
          </a:bodyPr>
          <a:lstStyle/>
          <a:p>
            <a:r>
              <a:rPr lang="tr-TR" dirty="0">
                <a:solidFill>
                  <a:schemeClr val="accent6">
                    <a:lumMod val="75000"/>
                  </a:schemeClr>
                </a:solidFill>
              </a:rPr>
              <a:t>At Kategorileri </a:t>
            </a:r>
          </a:p>
        </p:txBody>
      </p:sp>
      <p:sp>
        <p:nvSpPr>
          <p:cNvPr id="5" name="Metin kutusu 4">
            <a:extLst>
              <a:ext uri="{FF2B5EF4-FFF2-40B4-BE49-F238E27FC236}">
                <a16:creationId xmlns:a16="http://schemas.microsoft.com/office/drawing/2014/main" id="{3A2BB745-3EAB-4600-89EB-CA398FD0EF53}"/>
              </a:ext>
            </a:extLst>
          </p:cNvPr>
          <p:cNvSpPr txBox="1"/>
          <p:nvPr/>
        </p:nvSpPr>
        <p:spPr>
          <a:xfrm>
            <a:off x="1414686" y="1021592"/>
            <a:ext cx="8136904" cy="1938992"/>
          </a:xfrm>
          <a:prstGeom prst="rect">
            <a:avLst/>
          </a:prstGeom>
          <a:noFill/>
        </p:spPr>
        <p:txBody>
          <a:bodyPr wrap="square">
            <a:spAutoFit/>
          </a:bodyPr>
          <a:lstStyle/>
          <a:p>
            <a:r>
              <a:rPr lang="tr-TR" dirty="0"/>
              <a:t>Genç atlar</a:t>
            </a:r>
          </a:p>
          <a:p>
            <a:pPr marL="342900" indent="-342900">
              <a:buFont typeface="Arial" panose="020B0604020202020204" pitchFamily="34" charset="0"/>
              <a:buChar char="•"/>
            </a:pPr>
            <a:r>
              <a:rPr lang="tr-TR" dirty="0"/>
              <a:t>4 yaşlı at en fazla 110cm</a:t>
            </a:r>
          </a:p>
          <a:p>
            <a:pPr marL="342900" indent="-342900">
              <a:buFont typeface="Arial" panose="020B0604020202020204" pitchFamily="34" charset="0"/>
              <a:buChar char="•"/>
            </a:pPr>
            <a:r>
              <a:rPr lang="tr-TR" dirty="0"/>
              <a:t>5 yaşlı at en fazla 120cm </a:t>
            </a:r>
          </a:p>
          <a:p>
            <a:pPr marL="342900" indent="-342900">
              <a:buFont typeface="Arial" panose="020B0604020202020204" pitchFamily="34" charset="0"/>
              <a:buChar char="•"/>
            </a:pPr>
            <a:r>
              <a:rPr lang="tr-TR" dirty="0"/>
              <a:t>6 yaşlı at en fazla 130cm </a:t>
            </a:r>
          </a:p>
          <a:p>
            <a:pPr marL="342900" indent="-342900">
              <a:buFont typeface="Arial" panose="020B0604020202020204" pitchFamily="34" charset="0"/>
              <a:buChar char="•"/>
            </a:pPr>
            <a:r>
              <a:rPr lang="tr-TR" dirty="0"/>
              <a:t>7 yaşlı at en fazla 145cm koşabilirler </a:t>
            </a:r>
          </a:p>
          <a:p>
            <a:pPr marL="342900" indent="-342900">
              <a:buFont typeface="Arial" panose="020B0604020202020204" pitchFamily="34" charset="0"/>
              <a:buChar char="•"/>
            </a:pPr>
            <a:r>
              <a:rPr lang="tr-TR" dirty="0"/>
              <a:t>Yıldız ve yeni biniciler 4 ve 5 yaşlı atla yarışmalara giremezler.</a:t>
            </a:r>
          </a:p>
        </p:txBody>
      </p:sp>
    </p:spTree>
    <p:extLst>
      <p:ext uri="{BB962C8B-B14F-4D97-AF65-F5344CB8AC3E}">
        <p14:creationId xmlns:p14="http://schemas.microsoft.com/office/powerpoint/2010/main" val="4268298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etin kutusu 2">
            <a:extLst>
              <a:ext uri="{FF2B5EF4-FFF2-40B4-BE49-F238E27FC236}">
                <a16:creationId xmlns:a16="http://schemas.microsoft.com/office/drawing/2014/main" id="{D07DC365-009F-4A70-BD35-2C80135CA389}"/>
              </a:ext>
            </a:extLst>
          </p:cNvPr>
          <p:cNvSpPr txBox="1"/>
          <p:nvPr/>
        </p:nvSpPr>
        <p:spPr>
          <a:xfrm>
            <a:off x="1198662" y="1053530"/>
            <a:ext cx="10369152" cy="1323439"/>
          </a:xfrm>
          <a:prstGeom prst="rect">
            <a:avLst/>
          </a:prstGeom>
          <a:noFill/>
        </p:spPr>
        <p:txBody>
          <a:bodyPr wrap="square">
            <a:spAutoFit/>
          </a:bodyPr>
          <a:lstStyle/>
          <a:p>
            <a:r>
              <a:rPr lang="tr-TR" b="1" dirty="0"/>
              <a:t>Türkiye Şampiyonluğu: </a:t>
            </a:r>
            <a:r>
              <a:rPr lang="tr-TR" dirty="0"/>
              <a:t>Her yıl bir kez Yıldızlar, Gençler, Genç/Yetişkinler ve Yetişkinler kategorilerinde Türkiye Şampiyonası düzenlenir. Bunlara ek olarak gerekli görüldüğünde; TBF Kararı ile Biniciliğin geliştirilmesi amacı ile Yeni Biniciler, </a:t>
            </a:r>
            <a:r>
              <a:rPr lang="tr-TR" dirty="0" err="1"/>
              <a:t>Veteranlar</a:t>
            </a:r>
            <a:r>
              <a:rPr lang="tr-TR" dirty="0"/>
              <a:t>, Kadınlar, Genç Atlar ve Kulüplerarası Türkiye Şampiyonaları düzenlenebilir. </a:t>
            </a:r>
            <a:endParaRPr lang="tr-TR" dirty="0">
              <a:solidFill>
                <a:schemeClr val="accent6">
                  <a:lumMod val="75000"/>
                </a:schemeClr>
              </a:solidFill>
            </a:endParaRPr>
          </a:p>
        </p:txBody>
      </p:sp>
      <p:sp>
        <p:nvSpPr>
          <p:cNvPr id="5" name="Metin kutusu 4">
            <a:extLst>
              <a:ext uri="{FF2B5EF4-FFF2-40B4-BE49-F238E27FC236}">
                <a16:creationId xmlns:a16="http://schemas.microsoft.com/office/drawing/2014/main" id="{3F413923-CE65-433B-AB80-00D53D58AF93}"/>
              </a:ext>
            </a:extLst>
          </p:cNvPr>
          <p:cNvSpPr txBox="1"/>
          <p:nvPr/>
        </p:nvSpPr>
        <p:spPr>
          <a:xfrm>
            <a:off x="1198662" y="653420"/>
            <a:ext cx="6096000" cy="400110"/>
          </a:xfrm>
          <a:prstGeom prst="rect">
            <a:avLst/>
          </a:prstGeom>
          <a:noFill/>
        </p:spPr>
        <p:txBody>
          <a:bodyPr wrap="square">
            <a:spAutoFit/>
          </a:bodyPr>
          <a:lstStyle/>
          <a:p>
            <a:r>
              <a:rPr lang="tr-TR" dirty="0">
                <a:solidFill>
                  <a:schemeClr val="accent6">
                    <a:lumMod val="75000"/>
                  </a:schemeClr>
                </a:solidFill>
              </a:rPr>
              <a:t>Yarışma Tanımları</a:t>
            </a:r>
          </a:p>
        </p:txBody>
      </p:sp>
      <p:sp>
        <p:nvSpPr>
          <p:cNvPr id="7" name="Metin kutusu 6">
            <a:extLst>
              <a:ext uri="{FF2B5EF4-FFF2-40B4-BE49-F238E27FC236}">
                <a16:creationId xmlns:a16="http://schemas.microsoft.com/office/drawing/2014/main" id="{E8539256-0B68-420C-A678-F174AE8D2D30}"/>
              </a:ext>
            </a:extLst>
          </p:cNvPr>
          <p:cNvSpPr txBox="1"/>
          <p:nvPr/>
        </p:nvSpPr>
        <p:spPr>
          <a:xfrm>
            <a:off x="1198662" y="2493690"/>
            <a:ext cx="10369152" cy="1015663"/>
          </a:xfrm>
          <a:prstGeom prst="rect">
            <a:avLst/>
          </a:prstGeom>
          <a:noFill/>
        </p:spPr>
        <p:txBody>
          <a:bodyPr wrap="square">
            <a:spAutoFit/>
          </a:bodyPr>
          <a:lstStyle/>
          <a:p>
            <a:r>
              <a:rPr lang="tr-TR" b="1" dirty="0"/>
              <a:t>Türkiye Kupası</a:t>
            </a:r>
            <a:r>
              <a:rPr lang="tr-TR" dirty="0"/>
              <a:t>: Türkiye Şampiyonası düzenlenen her kategoride yılda bir kez Türkiye Kupası adı altında yarışmalar düzenlenebilir. Türkiye Kupasında hangi kategorilerin yarışmalarının olacağı sene başında TBF tarafından açıklanan takvimde belirtilir. </a:t>
            </a:r>
          </a:p>
        </p:txBody>
      </p:sp>
    </p:spTree>
    <p:extLst>
      <p:ext uri="{BB962C8B-B14F-4D97-AF65-F5344CB8AC3E}">
        <p14:creationId xmlns:p14="http://schemas.microsoft.com/office/powerpoint/2010/main" val="2816399109"/>
      </p:ext>
    </p:extLst>
  </p:cSld>
  <p:clrMapOvr>
    <a:masterClrMapping/>
  </p:clrMapOvr>
</p:sld>
</file>

<file path=ppt/theme/theme1.xml><?xml version="1.0" encoding="utf-8"?>
<a:theme xmlns:a="http://schemas.openxmlformats.org/drawingml/2006/main" name="Kırpma">
  <a:themeElements>
    <a:clrScheme name="Kırpma">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Kırpma">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Kırpma">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Geçmişe bakış">
  <a:themeElements>
    <a:clrScheme name="Geçmişe bakış">
      <a:dk1>
        <a:sysClr val="windowText" lastClr="000000"/>
      </a:dk1>
      <a:lt1>
        <a:sysClr val="window" lastClr="FFFFFF"/>
      </a:lt1>
      <a:dk2>
        <a:srgbClr val="564B3C"/>
      </a:dk2>
      <a:lt2>
        <a:srgbClr val="ECEDD1"/>
      </a:lt2>
      <a:accent1>
        <a:srgbClr val="93A299"/>
      </a:accent1>
      <a:accent2>
        <a:srgbClr val="CF543F"/>
      </a:accent2>
      <a:accent3>
        <a:srgbClr val="B5AE53"/>
      </a:accent3>
      <a:accent4>
        <a:srgbClr val="848058"/>
      </a:accent4>
      <a:accent5>
        <a:srgbClr val="E8B54D"/>
      </a:accent5>
      <a:accent6>
        <a:srgbClr val="786C71"/>
      </a:accent6>
      <a:hlink>
        <a:srgbClr val="CCCC00"/>
      </a:hlink>
      <a:folHlink>
        <a:srgbClr val="B2B2B2"/>
      </a:folHlink>
    </a:clrScheme>
    <a:fontScheme name="Geçmişe bakış">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eçmişe bakış">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E3DA18C2-75F1-4980-A5F0-165F6F71DE6D}"/>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Gallery</Template>
  <TotalTime>12127</TotalTime>
  <Words>1411</Words>
  <Application>Microsoft Office PowerPoint</Application>
  <PresentationFormat>Özel</PresentationFormat>
  <Paragraphs>60</Paragraphs>
  <Slides>16</Slides>
  <Notes>1</Notes>
  <HiddenSlides>0</HiddenSlides>
  <MMClips>0</MMClips>
  <ScaleCrop>false</ScaleCrop>
  <HeadingPairs>
    <vt:vector size="6" baseType="variant">
      <vt:variant>
        <vt:lpstr>Kullanılan Yazı Tipleri</vt:lpstr>
      </vt:variant>
      <vt:variant>
        <vt:i4>9</vt:i4>
      </vt:variant>
      <vt:variant>
        <vt:lpstr>Tema</vt:lpstr>
      </vt:variant>
      <vt:variant>
        <vt:i4>3</vt:i4>
      </vt:variant>
      <vt:variant>
        <vt:lpstr>Slayt Başlıkları</vt:lpstr>
      </vt:variant>
      <vt:variant>
        <vt:i4>16</vt:i4>
      </vt:variant>
    </vt:vector>
  </HeadingPairs>
  <TitlesOfParts>
    <vt:vector size="28" baseType="lpstr">
      <vt:lpstr>Calibri</vt:lpstr>
      <vt:lpstr>Noto Sans</vt:lpstr>
      <vt:lpstr>Franklin Gothic Book</vt:lpstr>
      <vt:lpstr>맑은 고딕</vt:lpstr>
      <vt:lpstr>굴림체</vt:lpstr>
      <vt:lpstr>Roboto Condensed</vt:lpstr>
      <vt:lpstr>Montserrat</vt:lpstr>
      <vt:lpstr>Calibri Light</vt:lpstr>
      <vt:lpstr>Arial</vt:lpstr>
      <vt:lpstr>Kırpma</vt:lpstr>
      <vt:lpstr>Office Teması</vt:lpstr>
      <vt:lpstr>Geçmişe bakış</vt:lpstr>
      <vt:lpstr>BİNİCİLİK</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Manager>Slide Members</Manager>
  <Company>YESFORM Co.,Ltd.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 Diagram, Chart, Google slides, Keynote</dc:subject>
  <dc:creator>Slide Members by HS.SEO</dc:creator>
  <cp:keywords>SlideMembers, ppt, PPT Templates, Presentation, Diagram, Chart, Yesform, Google slides, Keynote, Free Slides</cp:keywords>
  <dc:description>The copyright of this document is at Slide Members. Unauthorized copying may result in legal sanctions.</dc:description>
  <cp:lastModifiedBy>Hamza Dogancay</cp:lastModifiedBy>
  <cp:revision>3</cp:revision>
  <dcterms:created xsi:type="dcterms:W3CDTF">2010-02-01T08:03:16Z</dcterms:created>
  <dcterms:modified xsi:type="dcterms:W3CDTF">2021-12-20T19:41:18Z</dcterms:modified>
  <cp:category>www.slidemembers.com</cp:category>
</cp:coreProperties>
</file>